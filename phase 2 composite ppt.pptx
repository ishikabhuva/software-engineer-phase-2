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251" y="503936"/>
            <a:ext cx="9777348" cy="111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40122" y="1802383"/>
            <a:ext cx="6858634" cy="439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" y="0"/>
            <a:ext cx="12192000" cy="6858000"/>
            <a:chOff x="-4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" y="0"/>
              <a:ext cx="1219200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717" y="4063"/>
              <a:ext cx="10216603" cy="47289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055" y="1624583"/>
              <a:ext cx="8513826" cy="16680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0555" y="2447544"/>
              <a:ext cx="9444990" cy="166801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856613" y="1830400"/>
            <a:ext cx="8491855" cy="17640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indent="571500">
              <a:lnSpc>
                <a:spcPts val="6480"/>
              </a:lnSpc>
              <a:spcBef>
                <a:spcPts val="915"/>
              </a:spcBef>
            </a:pPr>
            <a:r>
              <a:rPr sz="6000" dirty="0">
                <a:solidFill>
                  <a:srgbClr val="FFFFFF"/>
                </a:solidFill>
              </a:rPr>
              <a:t>Simple</a:t>
            </a:r>
            <a:r>
              <a:rPr sz="6000" spc="-35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Study</a:t>
            </a:r>
            <a:r>
              <a:rPr sz="6000" spc="-3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Group </a:t>
            </a:r>
            <a:r>
              <a:rPr sz="6000" dirty="0">
                <a:solidFill>
                  <a:srgbClr val="FFFFFF"/>
                </a:solidFill>
              </a:rPr>
              <a:t>Finder</a:t>
            </a:r>
            <a:r>
              <a:rPr sz="6000" spc="-12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Web</a:t>
            </a:r>
            <a:r>
              <a:rPr sz="6000" spc="-34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Application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4648200" y="5088382"/>
            <a:ext cx="1914397" cy="87523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n-IN" sz="2200" spc="-10" dirty="0" smtClean="0">
                <a:solidFill>
                  <a:srgbClr val="FFFFFF"/>
                </a:solidFill>
                <a:latin typeface="Arial MT"/>
                <a:cs typeface="Arial MT"/>
              </a:rPr>
              <a:t>Ishika </a:t>
            </a:r>
            <a:r>
              <a:rPr lang="en-IN" sz="2200" spc="-10" dirty="0" err="1" smtClean="0">
                <a:solidFill>
                  <a:srgbClr val="FFFFFF"/>
                </a:solidFill>
                <a:latin typeface="Arial MT"/>
                <a:cs typeface="Arial MT"/>
              </a:rPr>
              <a:t>Bhuva</a:t>
            </a:r>
            <a:endParaRPr sz="22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745"/>
              </a:spcBef>
            </a:pPr>
            <a:r>
              <a:rPr lang="en-IN" sz="2200" spc="-10" smtClean="0">
                <a:solidFill>
                  <a:srgbClr val="FFFFFF"/>
                </a:solidFill>
                <a:latin typeface="Arial MT"/>
                <a:cs typeface="Arial MT"/>
              </a:rPr>
              <a:t>10/05/2026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10" y="793811"/>
            <a:ext cx="9093003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10" dirty="0"/>
              <a:t> </a:t>
            </a:r>
            <a:r>
              <a:rPr dirty="0"/>
              <a:t>Goal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Problem</a:t>
            </a:r>
            <a:r>
              <a:rPr spc="-2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282613" y="2301875"/>
            <a:ext cx="6500495" cy="1217295"/>
          </a:xfrm>
          <a:custGeom>
            <a:avLst/>
            <a:gdLst/>
            <a:ahLst/>
            <a:cxnLst/>
            <a:rect l="l" t="t" r="r" b="b"/>
            <a:pathLst>
              <a:path w="6500495" h="1217295">
                <a:moveTo>
                  <a:pt x="6297383" y="0"/>
                </a:moveTo>
                <a:lnTo>
                  <a:pt x="202806" y="0"/>
                </a:lnTo>
                <a:lnTo>
                  <a:pt x="156306" y="5356"/>
                </a:lnTo>
                <a:lnTo>
                  <a:pt x="113619" y="20614"/>
                </a:lnTo>
                <a:lnTo>
                  <a:pt x="75963" y="44557"/>
                </a:lnTo>
                <a:lnTo>
                  <a:pt x="44556" y="75965"/>
                </a:lnTo>
                <a:lnTo>
                  <a:pt x="20614" y="113624"/>
                </a:lnTo>
                <a:lnTo>
                  <a:pt x="5356" y="156314"/>
                </a:lnTo>
                <a:lnTo>
                  <a:pt x="0" y="202819"/>
                </a:lnTo>
                <a:lnTo>
                  <a:pt x="0" y="1014095"/>
                </a:lnTo>
                <a:lnTo>
                  <a:pt x="5356" y="1060552"/>
                </a:lnTo>
                <a:lnTo>
                  <a:pt x="20614" y="1103209"/>
                </a:lnTo>
                <a:lnTo>
                  <a:pt x="44556" y="1140844"/>
                </a:lnTo>
                <a:lnTo>
                  <a:pt x="75963" y="1172239"/>
                </a:lnTo>
                <a:lnTo>
                  <a:pt x="113619" y="1196175"/>
                </a:lnTo>
                <a:lnTo>
                  <a:pt x="156306" y="1211430"/>
                </a:lnTo>
                <a:lnTo>
                  <a:pt x="202806" y="1216787"/>
                </a:lnTo>
                <a:lnTo>
                  <a:pt x="6297383" y="1216787"/>
                </a:lnTo>
                <a:lnTo>
                  <a:pt x="6343888" y="1211430"/>
                </a:lnTo>
                <a:lnTo>
                  <a:pt x="6386578" y="1196175"/>
                </a:lnTo>
                <a:lnTo>
                  <a:pt x="6424236" y="1172239"/>
                </a:lnTo>
                <a:lnTo>
                  <a:pt x="6455645" y="1140844"/>
                </a:lnTo>
                <a:lnTo>
                  <a:pt x="6479588" y="1103209"/>
                </a:lnTo>
                <a:lnTo>
                  <a:pt x="6494846" y="1060552"/>
                </a:lnTo>
                <a:lnTo>
                  <a:pt x="6500202" y="1014095"/>
                </a:lnTo>
                <a:lnTo>
                  <a:pt x="6500202" y="202819"/>
                </a:lnTo>
                <a:lnTo>
                  <a:pt x="6494846" y="156314"/>
                </a:lnTo>
                <a:lnTo>
                  <a:pt x="6479588" y="113624"/>
                </a:lnTo>
                <a:lnTo>
                  <a:pt x="6455645" y="75965"/>
                </a:lnTo>
                <a:lnTo>
                  <a:pt x="6424236" y="44557"/>
                </a:lnTo>
                <a:lnTo>
                  <a:pt x="6386578" y="20614"/>
                </a:lnTo>
                <a:lnTo>
                  <a:pt x="6343888" y="5356"/>
                </a:lnTo>
                <a:lnTo>
                  <a:pt x="6297383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07004" y="2614371"/>
            <a:ext cx="1653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504" y="3487039"/>
            <a:ext cx="5447030" cy="11836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2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struggle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to: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partners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courses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(2022)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Organize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collaborative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Track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academic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88050" y="3469766"/>
            <a:ext cx="5838825" cy="1236345"/>
            <a:chOff x="5988050" y="3469766"/>
            <a:chExt cx="5838825" cy="1236345"/>
          </a:xfrm>
        </p:grpSpPr>
        <p:sp>
          <p:nvSpPr>
            <p:cNvPr id="8" name="object 8"/>
            <p:cNvSpPr/>
            <p:nvPr/>
          </p:nvSpPr>
          <p:spPr>
            <a:xfrm>
              <a:off x="5997575" y="3479291"/>
              <a:ext cx="5819775" cy="1217295"/>
            </a:xfrm>
            <a:custGeom>
              <a:avLst/>
              <a:gdLst/>
              <a:ahLst/>
              <a:cxnLst/>
              <a:rect l="l" t="t" r="r" b="b"/>
              <a:pathLst>
                <a:path w="5819775" h="1217295">
                  <a:moveTo>
                    <a:pt x="5616448" y="0"/>
                  </a:moveTo>
                  <a:lnTo>
                    <a:pt x="202819" y="0"/>
                  </a:lnTo>
                  <a:lnTo>
                    <a:pt x="156314" y="5356"/>
                  </a:lnTo>
                  <a:lnTo>
                    <a:pt x="113624" y="20614"/>
                  </a:lnTo>
                  <a:lnTo>
                    <a:pt x="75965" y="44557"/>
                  </a:lnTo>
                  <a:lnTo>
                    <a:pt x="44557" y="75965"/>
                  </a:lnTo>
                  <a:lnTo>
                    <a:pt x="20614" y="113624"/>
                  </a:lnTo>
                  <a:lnTo>
                    <a:pt x="5356" y="156314"/>
                  </a:lnTo>
                  <a:lnTo>
                    <a:pt x="0" y="202819"/>
                  </a:lnTo>
                  <a:lnTo>
                    <a:pt x="0" y="1013968"/>
                  </a:lnTo>
                  <a:lnTo>
                    <a:pt x="5356" y="1060472"/>
                  </a:lnTo>
                  <a:lnTo>
                    <a:pt x="20614" y="1103162"/>
                  </a:lnTo>
                  <a:lnTo>
                    <a:pt x="44557" y="1140821"/>
                  </a:lnTo>
                  <a:lnTo>
                    <a:pt x="75965" y="1172229"/>
                  </a:lnTo>
                  <a:lnTo>
                    <a:pt x="113624" y="1196172"/>
                  </a:lnTo>
                  <a:lnTo>
                    <a:pt x="156314" y="1211430"/>
                  </a:lnTo>
                  <a:lnTo>
                    <a:pt x="202819" y="1216787"/>
                  </a:lnTo>
                  <a:lnTo>
                    <a:pt x="5616448" y="1216787"/>
                  </a:lnTo>
                  <a:lnTo>
                    <a:pt x="5662952" y="1211430"/>
                  </a:lnTo>
                  <a:lnTo>
                    <a:pt x="5705642" y="1196172"/>
                  </a:lnTo>
                  <a:lnTo>
                    <a:pt x="5743301" y="1172229"/>
                  </a:lnTo>
                  <a:lnTo>
                    <a:pt x="5774709" y="1140821"/>
                  </a:lnTo>
                  <a:lnTo>
                    <a:pt x="5798652" y="1103162"/>
                  </a:lnTo>
                  <a:lnTo>
                    <a:pt x="5813910" y="1060472"/>
                  </a:lnTo>
                  <a:lnTo>
                    <a:pt x="5819267" y="1013968"/>
                  </a:lnTo>
                  <a:lnTo>
                    <a:pt x="5819267" y="202819"/>
                  </a:lnTo>
                  <a:lnTo>
                    <a:pt x="5813910" y="156314"/>
                  </a:lnTo>
                  <a:lnTo>
                    <a:pt x="5798652" y="113624"/>
                  </a:lnTo>
                  <a:lnTo>
                    <a:pt x="5774709" y="75965"/>
                  </a:lnTo>
                  <a:lnTo>
                    <a:pt x="5743301" y="44557"/>
                  </a:lnTo>
                  <a:lnTo>
                    <a:pt x="5705642" y="20614"/>
                  </a:lnTo>
                  <a:lnTo>
                    <a:pt x="5662952" y="5356"/>
                  </a:lnTo>
                  <a:lnTo>
                    <a:pt x="5616448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7575" y="3479291"/>
              <a:ext cx="5819775" cy="1217295"/>
            </a:xfrm>
            <a:custGeom>
              <a:avLst/>
              <a:gdLst/>
              <a:ahLst/>
              <a:cxnLst/>
              <a:rect l="l" t="t" r="r" b="b"/>
              <a:pathLst>
                <a:path w="5819775" h="1217295">
                  <a:moveTo>
                    <a:pt x="0" y="202819"/>
                  </a:moveTo>
                  <a:lnTo>
                    <a:pt x="5356" y="156314"/>
                  </a:lnTo>
                  <a:lnTo>
                    <a:pt x="20614" y="113624"/>
                  </a:lnTo>
                  <a:lnTo>
                    <a:pt x="44557" y="75965"/>
                  </a:lnTo>
                  <a:lnTo>
                    <a:pt x="75965" y="44557"/>
                  </a:lnTo>
                  <a:lnTo>
                    <a:pt x="113624" y="20614"/>
                  </a:lnTo>
                  <a:lnTo>
                    <a:pt x="156314" y="5356"/>
                  </a:lnTo>
                  <a:lnTo>
                    <a:pt x="202819" y="0"/>
                  </a:lnTo>
                  <a:lnTo>
                    <a:pt x="5616448" y="0"/>
                  </a:lnTo>
                  <a:lnTo>
                    <a:pt x="5662952" y="5356"/>
                  </a:lnTo>
                  <a:lnTo>
                    <a:pt x="5705642" y="20614"/>
                  </a:lnTo>
                  <a:lnTo>
                    <a:pt x="5743301" y="44557"/>
                  </a:lnTo>
                  <a:lnTo>
                    <a:pt x="5774709" y="75965"/>
                  </a:lnTo>
                  <a:lnTo>
                    <a:pt x="5798652" y="113624"/>
                  </a:lnTo>
                  <a:lnTo>
                    <a:pt x="5813910" y="156314"/>
                  </a:lnTo>
                  <a:lnTo>
                    <a:pt x="5819267" y="202819"/>
                  </a:lnTo>
                  <a:lnTo>
                    <a:pt x="5819267" y="1013968"/>
                  </a:lnTo>
                  <a:lnTo>
                    <a:pt x="5813910" y="1060472"/>
                  </a:lnTo>
                  <a:lnTo>
                    <a:pt x="5798652" y="1103162"/>
                  </a:lnTo>
                  <a:lnTo>
                    <a:pt x="5774709" y="1140821"/>
                  </a:lnTo>
                  <a:lnTo>
                    <a:pt x="5743301" y="1172229"/>
                  </a:lnTo>
                  <a:lnTo>
                    <a:pt x="5705642" y="1196172"/>
                  </a:lnTo>
                  <a:lnTo>
                    <a:pt x="5662952" y="1211430"/>
                  </a:lnTo>
                  <a:lnTo>
                    <a:pt x="5616448" y="1216787"/>
                  </a:lnTo>
                  <a:lnTo>
                    <a:pt x="202819" y="1216787"/>
                  </a:lnTo>
                  <a:lnTo>
                    <a:pt x="156314" y="1211430"/>
                  </a:lnTo>
                  <a:lnTo>
                    <a:pt x="113624" y="1196172"/>
                  </a:lnTo>
                  <a:lnTo>
                    <a:pt x="75965" y="1172229"/>
                  </a:lnTo>
                  <a:lnTo>
                    <a:pt x="44557" y="1140821"/>
                  </a:lnTo>
                  <a:lnTo>
                    <a:pt x="20614" y="1103162"/>
                  </a:lnTo>
                  <a:lnTo>
                    <a:pt x="5356" y="1060472"/>
                  </a:lnTo>
                  <a:lnTo>
                    <a:pt x="0" y="1013968"/>
                  </a:lnTo>
                  <a:lnTo>
                    <a:pt x="0" y="2028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442706" y="3792473"/>
            <a:ext cx="930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Goal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0421" y="4653904"/>
            <a:ext cx="3806190" cy="14725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25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Arial MT"/>
                <a:cs typeface="Arial MT"/>
              </a:rPr>
              <a:t>Develop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web-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that: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register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Track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enrolled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courses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Discover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Communicate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406" y="793811"/>
            <a:ext cx="5412576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5447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5127" y="2344927"/>
            <a:ext cx="4427220" cy="1451610"/>
            <a:chOff x="2675127" y="2344927"/>
            <a:chExt cx="4427220" cy="1451610"/>
          </a:xfrm>
        </p:grpSpPr>
        <p:sp>
          <p:nvSpPr>
            <p:cNvPr id="5" name="object 5"/>
            <p:cNvSpPr/>
            <p:nvPr/>
          </p:nvSpPr>
          <p:spPr>
            <a:xfrm>
              <a:off x="2684652" y="2354452"/>
              <a:ext cx="4408170" cy="1432560"/>
            </a:xfrm>
            <a:custGeom>
              <a:avLst/>
              <a:gdLst/>
              <a:ahLst/>
              <a:cxnLst/>
              <a:rect l="l" t="t" r="r" b="b"/>
              <a:pathLst>
                <a:path w="4408170" h="1432560">
                  <a:moveTo>
                    <a:pt x="4169537" y="0"/>
                  </a:moveTo>
                  <a:lnTo>
                    <a:pt x="0" y="0"/>
                  </a:lnTo>
                  <a:lnTo>
                    <a:pt x="0" y="1432052"/>
                  </a:lnTo>
                  <a:lnTo>
                    <a:pt x="4169537" y="1432052"/>
                  </a:lnTo>
                  <a:lnTo>
                    <a:pt x="4217639" y="1427199"/>
                  </a:lnTo>
                  <a:lnTo>
                    <a:pt x="4262437" y="1413283"/>
                  </a:lnTo>
                  <a:lnTo>
                    <a:pt x="4302973" y="1391265"/>
                  </a:lnTo>
                  <a:lnTo>
                    <a:pt x="4338288" y="1362106"/>
                  </a:lnTo>
                  <a:lnTo>
                    <a:pt x="4367423" y="1326768"/>
                  </a:lnTo>
                  <a:lnTo>
                    <a:pt x="4389421" y="1286212"/>
                  </a:lnTo>
                  <a:lnTo>
                    <a:pt x="4403323" y="1241399"/>
                  </a:lnTo>
                  <a:lnTo>
                    <a:pt x="4408170" y="1193292"/>
                  </a:lnTo>
                  <a:lnTo>
                    <a:pt x="4408170" y="238633"/>
                  </a:lnTo>
                  <a:lnTo>
                    <a:pt x="4403323" y="190530"/>
                  </a:lnTo>
                  <a:lnTo>
                    <a:pt x="4389421" y="145732"/>
                  </a:lnTo>
                  <a:lnTo>
                    <a:pt x="4367423" y="105196"/>
                  </a:lnTo>
                  <a:lnTo>
                    <a:pt x="4338288" y="69881"/>
                  </a:lnTo>
                  <a:lnTo>
                    <a:pt x="4302973" y="40746"/>
                  </a:lnTo>
                  <a:lnTo>
                    <a:pt x="4262437" y="18748"/>
                  </a:lnTo>
                  <a:lnTo>
                    <a:pt x="4217639" y="4846"/>
                  </a:lnTo>
                  <a:lnTo>
                    <a:pt x="4169537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84652" y="2354452"/>
              <a:ext cx="4408170" cy="1432560"/>
            </a:xfrm>
            <a:custGeom>
              <a:avLst/>
              <a:gdLst/>
              <a:ahLst/>
              <a:cxnLst/>
              <a:rect l="l" t="t" r="r" b="b"/>
              <a:pathLst>
                <a:path w="4408170" h="1432560">
                  <a:moveTo>
                    <a:pt x="4408170" y="238633"/>
                  </a:moveTo>
                  <a:lnTo>
                    <a:pt x="4408170" y="1193292"/>
                  </a:lnTo>
                  <a:lnTo>
                    <a:pt x="4403323" y="1241399"/>
                  </a:lnTo>
                  <a:lnTo>
                    <a:pt x="4389421" y="1286212"/>
                  </a:lnTo>
                  <a:lnTo>
                    <a:pt x="4367423" y="1326768"/>
                  </a:lnTo>
                  <a:lnTo>
                    <a:pt x="4338288" y="1362106"/>
                  </a:lnTo>
                  <a:lnTo>
                    <a:pt x="4302973" y="1391265"/>
                  </a:lnTo>
                  <a:lnTo>
                    <a:pt x="4262437" y="1413283"/>
                  </a:lnTo>
                  <a:lnTo>
                    <a:pt x="4217639" y="1427199"/>
                  </a:lnTo>
                  <a:lnTo>
                    <a:pt x="4169537" y="1432052"/>
                  </a:lnTo>
                  <a:lnTo>
                    <a:pt x="0" y="1432052"/>
                  </a:lnTo>
                  <a:lnTo>
                    <a:pt x="0" y="0"/>
                  </a:lnTo>
                  <a:lnTo>
                    <a:pt x="4169537" y="0"/>
                  </a:lnTo>
                  <a:lnTo>
                    <a:pt x="4217639" y="4846"/>
                  </a:lnTo>
                  <a:lnTo>
                    <a:pt x="4262437" y="18748"/>
                  </a:lnTo>
                  <a:lnTo>
                    <a:pt x="4302973" y="40746"/>
                  </a:lnTo>
                  <a:lnTo>
                    <a:pt x="4338288" y="69881"/>
                  </a:lnTo>
                  <a:lnTo>
                    <a:pt x="4367423" y="105196"/>
                  </a:lnTo>
                  <a:lnTo>
                    <a:pt x="4389421" y="145732"/>
                  </a:lnTo>
                  <a:lnTo>
                    <a:pt x="4403323" y="190530"/>
                  </a:lnTo>
                  <a:lnTo>
                    <a:pt x="4408170" y="238633"/>
                  </a:lnTo>
                  <a:close/>
                </a:path>
              </a:pathLst>
            </a:custGeom>
            <a:ln w="1905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920110" y="2627198"/>
            <a:ext cx="3545204" cy="854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(Structure)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CSS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(UI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Styling)</a:t>
            </a:r>
            <a:endParaRPr sz="1400">
              <a:latin typeface="Arial MT"/>
              <a:cs typeface="Arial MT"/>
            </a:endParaRPr>
          </a:p>
          <a:p>
            <a:pPr marL="125730" marR="5080" indent="-113030">
              <a:lnSpc>
                <a:spcPts val="1450"/>
              </a:lnSpc>
              <a:spcBef>
                <a:spcPts val="250"/>
              </a:spcBef>
              <a:buChar char="•"/>
              <a:tabLst>
                <a:tab pos="127000" algn="l"/>
              </a:tabLst>
            </a:pPr>
            <a:r>
              <a:rPr sz="1400" spc="-10" dirty="0">
                <a:latin typeface="Arial MT"/>
                <a:cs typeface="Arial MT"/>
              </a:rPr>
              <a:t>Vanilla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JavaScript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(State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Management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UI 	</a:t>
            </a:r>
            <a:r>
              <a:rPr sz="1400" spc="-10" dirty="0">
                <a:latin typeface="Arial MT"/>
                <a:cs typeface="Arial MT"/>
              </a:rPr>
              <a:t>Rendering)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5440" y="2165857"/>
            <a:ext cx="2499360" cy="1809114"/>
            <a:chOff x="195440" y="2165857"/>
            <a:chExt cx="2499360" cy="1809114"/>
          </a:xfrm>
        </p:grpSpPr>
        <p:sp>
          <p:nvSpPr>
            <p:cNvPr id="9" name="object 9"/>
            <p:cNvSpPr/>
            <p:nvPr/>
          </p:nvSpPr>
          <p:spPr>
            <a:xfrm>
              <a:off x="204965" y="2175382"/>
              <a:ext cx="2480310" cy="1790064"/>
            </a:xfrm>
            <a:custGeom>
              <a:avLst/>
              <a:gdLst/>
              <a:ahLst/>
              <a:cxnLst/>
              <a:rect l="l" t="t" r="r" b="b"/>
              <a:pathLst>
                <a:path w="2480310" h="1790064">
                  <a:moveTo>
                    <a:pt x="2181237" y="0"/>
                  </a:moveTo>
                  <a:lnTo>
                    <a:pt x="298348" y="0"/>
                  </a:lnTo>
                  <a:lnTo>
                    <a:pt x="249955" y="3905"/>
                  </a:lnTo>
                  <a:lnTo>
                    <a:pt x="204048" y="15213"/>
                  </a:lnTo>
                  <a:lnTo>
                    <a:pt x="161241" y="33309"/>
                  </a:lnTo>
                  <a:lnTo>
                    <a:pt x="122149" y="57578"/>
                  </a:lnTo>
                  <a:lnTo>
                    <a:pt x="87385" y="87407"/>
                  </a:lnTo>
                  <a:lnTo>
                    <a:pt x="57564" y="122182"/>
                  </a:lnTo>
                  <a:lnTo>
                    <a:pt x="33301" y="161287"/>
                  </a:lnTo>
                  <a:lnTo>
                    <a:pt x="15210" y="204110"/>
                  </a:lnTo>
                  <a:lnTo>
                    <a:pt x="3904" y="250035"/>
                  </a:lnTo>
                  <a:lnTo>
                    <a:pt x="0" y="298450"/>
                  </a:lnTo>
                  <a:lnTo>
                    <a:pt x="0" y="1491741"/>
                  </a:lnTo>
                  <a:lnTo>
                    <a:pt x="3904" y="1540152"/>
                  </a:lnTo>
                  <a:lnTo>
                    <a:pt x="15210" y="1586068"/>
                  </a:lnTo>
                  <a:lnTo>
                    <a:pt x="33301" y="1628876"/>
                  </a:lnTo>
                  <a:lnTo>
                    <a:pt x="57564" y="1667965"/>
                  </a:lnTo>
                  <a:lnTo>
                    <a:pt x="87385" y="1702720"/>
                  </a:lnTo>
                  <a:lnTo>
                    <a:pt x="122149" y="1732530"/>
                  </a:lnTo>
                  <a:lnTo>
                    <a:pt x="161241" y="1756783"/>
                  </a:lnTo>
                  <a:lnTo>
                    <a:pt x="204048" y="1774864"/>
                  </a:lnTo>
                  <a:lnTo>
                    <a:pt x="249955" y="1786162"/>
                  </a:lnTo>
                  <a:lnTo>
                    <a:pt x="298348" y="1790064"/>
                  </a:lnTo>
                  <a:lnTo>
                    <a:pt x="2181237" y="1790064"/>
                  </a:lnTo>
                  <a:lnTo>
                    <a:pt x="2229651" y="1786162"/>
                  </a:lnTo>
                  <a:lnTo>
                    <a:pt x="2275577" y="1774864"/>
                  </a:lnTo>
                  <a:lnTo>
                    <a:pt x="2318399" y="1756783"/>
                  </a:lnTo>
                  <a:lnTo>
                    <a:pt x="2357505" y="1732530"/>
                  </a:lnTo>
                  <a:lnTo>
                    <a:pt x="2392279" y="1702720"/>
                  </a:lnTo>
                  <a:lnTo>
                    <a:pt x="2422108" y="1667965"/>
                  </a:lnTo>
                  <a:lnTo>
                    <a:pt x="2446378" y="1628876"/>
                  </a:lnTo>
                  <a:lnTo>
                    <a:pt x="2464474" y="1586068"/>
                  </a:lnTo>
                  <a:lnTo>
                    <a:pt x="2475781" y="1540152"/>
                  </a:lnTo>
                  <a:lnTo>
                    <a:pt x="2479687" y="1491741"/>
                  </a:lnTo>
                  <a:lnTo>
                    <a:pt x="2479687" y="298450"/>
                  </a:lnTo>
                  <a:lnTo>
                    <a:pt x="2475781" y="250035"/>
                  </a:lnTo>
                  <a:lnTo>
                    <a:pt x="2464474" y="204110"/>
                  </a:lnTo>
                  <a:lnTo>
                    <a:pt x="2446378" y="161287"/>
                  </a:lnTo>
                  <a:lnTo>
                    <a:pt x="2422108" y="122182"/>
                  </a:lnTo>
                  <a:lnTo>
                    <a:pt x="2392279" y="87407"/>
                  </a:lnTo>
                  <a:lnTo>
                    <a:pt x="2357505" y="57578"/>
                  </a:lnTo>
                  <a:lnTo>
                    <a:pt x="2318399" y="33309"/>
                  </a:lnTo>
                  <a:lnTo>
                    <a:pt x="2275577" y="15213"/>
                  </a:lnTo>
                  <a:lnTo>
                    <a:pt x="2229651" y="3905"/>
                  </a:lnTo>
                  <a:lnTo>
                    <a:pt x="2181237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965" y="2175382"/>
              <a:ext cx="2480310" cy="1790064"/>
            </a:xfrm>
            <a:custGeom>
              <a:avLst/>
              <a:gdLst/>
              <a:ahLst/>
              <a:cxnLst/>
              <a:rect l="l" t="t" r="r" b="b"/>
              <a:pathLst>
                <a:path w="2480310" h="1790064">
                  <a:moveTo>
                    <a:pt x="0" y="298450"/>
                  </a:moveTo>
                  <a:lnTo>
                    <a:pt x="3904" y="250035"/>
                  </a:lnTo>
                  <a:lnTo>
                    <a:pt x="15210" y="204110"/>
                  </a:lnTo>
                  <a:lnTo>
                    <a:pt x="33301" y="161287"/>
                  </a:lnTo>
                  <a:lnTo>
                    <a:pt x="57564" y="122182"/>
                  </a:lnTo>
                  <a:lnTo>
                    <a:pt x="87385" y="87407"/>
                  </a:lnTo>
                  <a:lnTo>
                    <a:pt x="122149" y="57578"/>
                  </a:lnTo>
                  <a:lnTo>
                    <a:pt x="161241" y="33309"/>
                  </a:lnTo>
                  <a:lnTo>
                    <a:pt x="204048" y="15213"/>
                  </a:lnTo>
                  <a:lnTo>
                    <a:pt x="249955" y="3905"/>
                  </a:lnTo>
                  <a:lnTo>
                    <a:pt x="298348" y="0"/>
                  </a:lnTo>
                  <a:lnTo>
                    <a:pt x="2181237" y="0"/>
                  </a:lnTo>
                  <a:lnTo>
                    <a:pt x="2229651" y="3905"/>
                  </a:lnTo>
                  <a:lnTo>
                    <a:pt x="2275577" y="15213"/>
                  </a:lnTo>
                  <a:lnTo>
                    <a:pt x="2318399" y="33309"/>
                  </a:lnTo>
                  <a:lnTo>
                    <a:pt x="2357505" y="57578"/>
                  </a:lnTo>
                  <a:lnTo>
                    <a:pt x="2392279" y="87407"/>
                  </a:lnTo>
                  <a:lnTo>
                    <a:pt x="2422108" y="122182"/>
                  </a:lnTo>
                  <a:lnTo>
                    <a:pt x="2446378" y="161287"/>
                  </a:lnTo>
                  <a:lnTo>
                    <a:pt x="2464474" y="204110"/>
                  </a:lnTo>
                  <a:lnTo>
                    <a:pt x="2475781" y="250035"/>
                  </a:lnTo>
                  <a:lnTo>
                    <a:pt x="2479687" y="298450"/>
                  </a:lnTo>
                  <a:lnTo>
                    <a:pt x="2479687" y="1491741"/>
                  </a:lnTo>
                  <a:lnTo>
                    <a:pt x="2475781" y="1540152"/>
                  </a:lnTo>
                  <a:lnTo>
                    <a:pt x="2464474" y="1586068"/>
                  </a:lnTo>
                  <a:lnTo>
                    <a:pt x="2446378" y="1628876"/>
                  </a:lnTo>
                  <a:lnTo>
                    <a:pt x="2422108" y="1667965"/>
                  </a:lnTo>
                  <a:lnTo>
                    <a:pt x="2392279" y="1702720"/>
                  </a:lnTo>
                  <a:lnTo>
                    <a:pt x="2357505" y="1732530"/>
                  </a:lnTo>
                  <a:lnTo>
                    <a:pt x="2318399" y="1756783"/>
                  </a:lnTo>
                  <a:lnTo>
                    <a:pt x="2275577" y="1774864"/>
                  </a:lnTo>
                  <a:lnTo>
                    <a:pt x="2229651" y="1786162"/>
                  </a:lnTo>
                  <a:lnTo>
                    <a:pt x="2181237" y="1790064"/>
                  </a:lnTo>
                  <a:lnTo>
                    <a:pt x="298348" y="1790064"/>
                  </a:lnTo>
                  <a:lnTo>
                    <a:pt x="249955" y="1786162"/>
                  </a:lnTo>
                  <a:lnTo>
                    <a:pt x="204048" y="1774864"/>
                  </a:lnTo>
                  <a:lnTo>
                    <a:pt x="161241" y="1756783"/>
                  </a:lnTo>
                  <a:lnTo>
                    <a:pt x="122149" y="1732530"/>
                  </a:lnTo>
                  <a:lnTo>
                    <a:pt x="87385" y="1702720"/>
                  </a:lnTo>
                  <a:lnTo>
                    <a:pt x="57564" y="1667965"/>
                  </a:lnTo>
                  <a:lnTo>
                    <a:pt x="33301" y="1628876"/>
                  </a:lnTo>
                  <a:lnTo>
                    <a:pt x="15210" y="1586068"/>
                  </a:lnTo>
                  <a:lnTo>
                    <a:pt x="3904" y="1540152"/>
                  </a:lnTo>
                  <a:lnTo>
                    <a:pt x="0" y="1491741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1180" y="2774950"/>
            <a:ext cx="17894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75127" y="4224528"/>
            <a:ext cx="4427220" cy="1451610"/>
            <a:chOff x="2675127" y="4224528"/>
            <a:chExt cx="4427220" cy="1451610"/>
          </a:xfrm>
        </p:grpSpPr>
        <p:sp>
          <p:nvSpPr>
            <p:cNvPr id="13" name="object 13"/>
            <p:cNvSpPr/>
            <p:nvPr/>
          </p:nvSpPr>
          <p:spPr>
            <a:xfrm>
              <a:off x="2684652" y="4234053"/>
              <a:ext cx="4408170" cy="1432560"/>
            </a:xfrm>
            <a:custGeom>
              <a:avLst/>
              <a:gdLst/>
              <a:ahLst/>
              <a:cxnLst/>
              <a:rect l="l" t="t" r="r" b="b"/>
              <a:pathLst>
                <a:path w="4408170" h="1432560">
                  <a:moveTo>
                    <a:pt x="4169537" y="0"/>
                  </a:moveTo>
                  <a:lnTo>
                    <a:pt x="0" y="0"/>
                  </a:lnTo>
                  <a:lnTo>
                    <a:pt x="0" y="1431988"/>
                  </a:lnTo>
                  <a:lnTo>
                    <a:pt x="4169537" y="1431988"/>
                  </a:lnTo>
                  <a:lnTo>
                    <a:pt x="4217639" y="1427138"/>
                  </a:lnTo>
                  <a:lnTo>
                    <a:pt x="4262437" y="1413230"/>
                  </a:lnTo>
                  <a:lnTo>
                    <a:pt x="4302973" y="1391222"/>
                  </a:lnTo>
                  <a:lnTo>
                    <a:pt x="4338288" y="1362075"/>
                  </a:lnTo>
                  <a:lnTo>
                    <a:pt x="4367423" y="1326748"/>
                  </a:lnTo>
                  <a:lnTo>
                    <a:pt x="4389421" y="1286202"/>
                  </a:lnTo>
                  <a:lnTo>
                    <a:pt x="4403323" y="1241396"/>
                  </a:lnTo>
                  <a:lnTo>
                    <a:pt x="4408170" y="1193292"/>
                  </a:lnTo>
                  <a:lnTo>
                    <a:pt x="4408170" y="238633"/>
                  </a:lnTo>
                  <a:lnTo>
                    <a:pt x="4403323" y="190530"/>
                  </a:lnTo>
                  <a:lnTo>
                    <a:pt x="4389421" y="145732"/>
                  </a:lnTo>
                  <a:lnTo>
                    <a:pt x="4367423" y="105196"/>
                  </a:lnTo>
                  <a:lnTo>
                    <a:pt x="4338288" y="69881"/>
                  </a:lnTo>
                  <a:lnTo>
                    <a:pt x="4302973" y="40746"/>
                  </a:lnTo>
                  <a:lnTo>
                    <a:pt x="4262437" y="18748"/>
                  </a:lnTo>
                  <a:lnTo>
                    <a:pt x="4217639" y="4846"/>
                  </a:lnTo>
                  <a:lnTo>
                    <a:pt x="4169537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84652" y="4234053"/>
              <a:ext cx="4408170" cy="1432560"/>
            </a:xfrm>
            <a:custGeom>
              <a:avLst/>
              <a:gdLst/>
              <a:ahLst/>
              <a:cxnLst/>
              <a:rect l="l" t="t" r="r" b="b"/>
              <a:pathLst>
                <a:path w="4408170" h="1432560">
                  <a:moveTo>
                    <a:pt x="4408170" y="238633"/>
                  </a:moveTo>
                  <a:lnTo>
                    <a:pt x="4408170" y="1193292"/>
                  </a:lnTo>
                  <a:lnTo>
                    <a:pt x="4403323" y="1241396"/>
                  </a:lnTo>
                  <a:lnTo>
                    <a:pt x="4389421" y="1286202"/>
                  </a:lnTo>
                  <a:lnTo>
                    <a:pt x="4367423" y="1326748"/>
                  </a:lnTo>
                  <a:lnTo>
                    <a:pt x="4338288" y="1362075"/>
                  </a:lnTo>
                  <a:lnTo>
                    <a:pt x="4302973" y="1391222"/>
                  </a:lnTo>
                  <a:lnTo>
                    <a:pt x="4262437" y="1413230"/>
                  </a:lnTo>
                  <a:lnTo>
                    <a:pt x="4217639" y="1427138"/>
                  </a:lnTo>
                  <a:lnTo>
                    <a:pt x="4169537" y="1431988"/>
                  </a:lnTo>
                  <a:lnTo>
                    <a:pt x="0" y="1431988"/>
                  </a:lnTo>
                  <a:lnTo>
                    <a:pt x="0" y="0"/>
                  </a:lnTo>
                  <a:lnTo>
                    <a:pt x="4169537" y="0"/>
                  </a:lnTo>
                  <a:lnTo>
                    <a:pt x="4217639" y="4846"/>
                  </a:lnTo>
                  <a:lnTo>
                    <a:pt x="4262437" y="18748"/>
                  </a:lnTo>
                  <a:lnTo>
                    <a:pt x="4302973" y="40746"/>
                  </a:lnTo>
                  <a:lnTo>
                    <a:pt x="4338288" y="69881"/>
                  </a:lnTo>
                  <a:lnTo>
                    <a:pt x="4367423" y="105196"/>
                  </a:lnTo>
                  <a:lnTo>
                    <a:pt x="4389421" y="145732"/>
                  </a:lnTo>
                  <a:lnTo>
                    <a:pt x="4403323" y="190530"/>
                  </a:lnTo>
                  <a:lnTo>
                    <a:pt x="4408170" y="238633"/>
                  </a:lnTo>
                  <a:close/>
                </a:path>
              </a:pathLst>
            </a:custGeom>
            <a:ln w="1905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20110" y="4492244"/>
            <a:ext cx="3676650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Node.js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Express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Framework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REST</a:t>
            </a:r>
            <a:r>
              <a:rPr sz="1400" spc="-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API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Endpoints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(Herdiyatmoko,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2022)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In-memory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database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(users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groups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arrays)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5440" y="4045458"/>
            <a:ext cx="2499360" cy="1809114"/>
            <a:chOff x="195440" y="4045458"/>
            <a:chExt cx="2499360" cy="1809114"/>
          </a:xfrm>
        </p:grpSpPr>
        <p:sp>
          <p:nvSpPr>
            <p:cNvPr id="17" name="object 17"/>
            <p:cNvSpPr/>
            <p:nvPr/>
          </p:nvSpPr>
          <p:spPr>
            <a:xfrm>
              <a:off x="204965" y="4054983"/>
              <a:ext cx="2480310" cy="1790064"/>
            </a:xfrm>
            <a:custGeom>
              <a:avLst/>
              <a:gdLst/>
              <a:ahLst/>
              <a:cxnLst/>
              <a:rect l="l" t="t" r="r" b="b"/>
              <a:pathLst>
                <a:path w="2480310" h="1790064">
                  <a:moveTo>
                    <a:pt x="2181237" y="0"/>
                  </a:moveTo>
                  <a:lnTo>
                    <a:pt x="298348" y="0"/>
                  </a:lnTo>
                  <a:lnTo>
                    <a:pt x="249955" y="3905"/>
                  </a:lnTo>
                  <a:lnTo>
                    <a:pt x="204048" y="15212"/>
                  </a:lnTo>
                  <a:lnTo>
                    <a:pt x="161241" y="33305"/>
                  </a:lnTo>
                  <a:lnTo>
                    <a:pt x="122149" y="57570"/>
                  </a:lnTo>
                  <a:lnTo>
                    <a:pt x="87385" y="87391"/>
                  </a:lnTo>
                  <a:lnTo>
                    <a:pt x="57564" y="122154"/>
                  </a:lnTo>
                  <a:lnTo>
                    <a:pt x="33301" y="161244"/>
                  </a:lnTo>
                  <a:lnTo>
                    <a:pt x="15210" y="204045"/>
                  </a:lnTo>
                  <a:lnTo>
                    <a:pt x="3904" y="249943"/>
                  </a:lnTo>
                  <a:lnTo>
                    <a:pt x="0" y="298323"/>
                  </a:lnTo>
                  <a:lnTo>
                    <a:pt x="0" y="1491742"/>
                  </a:lnTo>
                  <a:lnTo>
                    <a:pt x="3904" y="1540127"/>
                  </a:lnTo>
                  <a:lnTo>
                    <a:pt x="15210" y="1586029"/>
                  </a:lnTo>
                  <a:lnTo>
                    <a:pt x="33301" y="1628832"/>
                  </a:lnTo>
                  <a:lnTo>
                    <a:pt x="57564" y="1667921"/>
                  </a:lnTo>
                  <a:lnTo>
                    <a:pt x="87385" y="1702682"/>
                  </a:lnTo>
                  <a:lnTo>
                    <a:pt x="122149" y="1732501"/>
                  </a:lnTo>
                  <a:lnTo>
                    <a:pt x="161241" y="1756763"/>
                  </a:lnTo>
                  <a:lnTo>
                    <a:pt x="204048" y="1774854"/>
                  </a:lnTo>
                  <a:lnTo>
                    <a:pt x="249955" y="1786160"/>
                  </a:lnTo>
                  <a:lnTo>
                    <a:pt x="298348" y="1790065"/>
                  </a:lnTo>
                  <a:lnTo>
                    <a:pt x="2181237" y="1790065"/>
                  </a:lnTo>
                  <a:lnTo>
                    <a:pt x="2229651" y="1786160"/>
                  </a:lnTo>
                  <a:lnTo>
                    <a:pt x="2275577" y="1774854"/>
                  </a:lnTo>
                  <a:lnTo>
                    <a:pt x="2318399" y="1756763"/>
                  </a:lnTo>
                  <a:lnTo>
                    <a:pt x="2357505" y="1732501"/>
                  </a:lnTo>
                  <a:lnTo>
                    <a:pt x="2392279" y="1702682"/>
                  </a:lnTo>
                  <a:lnTo>
                    <a:pt x="2422108" y="1667921"/>
                  </a:lnTo>
                  <a:lnTo>
                    <a:pt x="2446378" y="1628832"/>
                  </a:lnTo>
                  <a:lnTo>
                    <a:pt x="2464474" y="1586029"/>
                  </a:lnTo>
                  <a:lnTo>
                    <a:pt x="2475781" y="1540127"/>
                  </a:lnTo>
                  <a:lnTo>
                    <a:pt x="2479687" y="1491742"/>
                  </a:lnTo>
                  <a:lnTo>
                    <a:pt x="2479687" y="298323"/>
                  </a:lnTo>
                  <a:lnTo>
                    <a:pt x="2475781" y="249943"/>
                  </a:lnTo>
                  <a:lnTo>
                    <a:pt x="2464474" y="204045"/>
                  </a:lnTo>
                  <a:lnTo>
                    <a:pt x="2446378" y="161244"/>
                  </a:lnTo>
                  <a:lnTo>
                    <a:pt x="2422108" y="122154"/>
                  </a:lnTo>
                  <a:lnTo>
                    <a:pt x="2392279" y="87391"/>
                  </a:lnTo>
                  <a:lnTo>
                    <a:pt x="2357505" y="57570"/>
                  </a:lnTo>
                  <a:lnTo>
                    <a:pt x="2318399" y="33305"/>
                  </a:lnTo>
                  <a:lnTo>
                    <a:pt x="2275577" y="15212"/>
                  </a:lnTo>
                  <a:lnTo>
                    <a:pt x="2229651" y="3905"/>
                  </a:lnTo>
                  <a:lnTo>
                    <a:pt x="2181237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965" y="4054983"/>
              <a:ext cx="2480310" cy="1790064"/>
            </a:xfrm>
            <a:custGeom>
              <a:avLst/>
              <a:gdLst/>
              <a:ahLst/>
              <a:cxnLst/>
              <a:rect l="l" t="t" r="r" b="b"/>
              <a:pathLst>
                <a:path w="2480310" h="1790064">
                  <a:moveTo>
                    <a:pt x="0" y="298323"/>
                  </a:moveTo>
                  <a:lnTo>
                    <a:pt x="3904" y="249943"/>
                  </a:lnTo>
                  <a:lnTo>
                    <a:pt x="15210" y="204045"/>
                  </a:lnTo>
                  <a:lnTo>
                    <a:pt x="33301" y="161244"/>
                  </a:lnTo>
                  <a:lnTo>
                    <a:pt x="57564" y="122154"/>
                  </a:lnTo>
                  <a:lnTo>
                    <a:pt x="87385" y="87391"/>
                  </a:lnTo>
                  <a:lnTo>
                    <a:pt x="122149" y="57570"/>
                  </a:lnTo>
                  <a:lnTo>
                    <a:pt x="161241" y="33305"/>
                  </a:lnTo>
                  <a:lnTo>
                    <a:pt x="204048" y="15212"/>
                  </a:lnTo>
                  <a:lnTo>
                    <a:pt x="249955" y="3905"/>
                  </a:lnTo>
                  <a:lnTo>
                    <a:pt x="298348" y="0"/>
                  </a:lnTo>
                  <a:lnTo>
                    <a:pt x="2181237" y="0"/>
                  </a:lnTo>
                  <a:lnTo>
                    <a:pt x="2229651" y="3905"/>
                  </a:lnTo>
                  <a:lnTo>
                    <a:pt x="2275577" y="15212"/>
                  </a:lnTo>
                  <a:lnTo>
                    <a:pt x="2318399" y="33305"/>
                  </a:lnTo>
                  <a:lnTo>
                    <a:pt x="2357505" y="57570"/>
                  </a:lnTo>
                  <a:lnTo>
                    <a:pt x="2392279" y="87391"/>
                  </a:lnTo>
                  <a:lnTo>
                    <a:pt x="2422108" y="122154"/>
                  </a:lnTo>
                  <a:lnTo>
                    <a:pt x="2446378" y="161244"/>
                  </a:lnTo>
                  <a:lnTo>
                    <a:pt x="2464474" y="204045"/>
                  </a:lnTo>
                  <a:lnTo>
                    <a:pt x="2475781" y="249943"/>
                  </a:lnTo>
                  <a:lnTo>
                    <a:pt x="2479687" y="298323"/>
                  </a:lnTo>
                  <a:lnTo>
                    <a:pt x="2479687" y="1491742"/>
                  </a:lnTo>
                  <a:lnTo>
                    <a:pt x="2475781" y="1540127"/>
                  </a:lnTo>
                  <a:lnTo>
                    <a:pt x="2464474" y="1586029"/>
                  </a:lnTo>
                  <a:lnTo>
                    <a:pt x="2446378" y="1628832"/>
                  </a:lnTo>
                  <a:lnTo>
                    <a:pt x="2422108" y="1667921"/>
                  </a:lnTo>
                  <a:lnTo>
                    <a:pt x="2392279" y="1702682"/>
                  </a:lnTo>
                  <a:lnTo>
                    <a:pt x="2357505" y="1732501"/>
                  </a:lnTo>
                  <a:lnTo>
                    <a:pt x="2318399" y="1756763"/>
                  </a:lnTo>
                  <a:lnTo>
                    <a:pt x="2275577" y="1774854"/>
                  </a:lnTo>
                  <a:lnTo>
                    <a:pt x="2229651" y="1786160"/>
                  </a:lnTo>
                  <a:lnTo>
                    <a:pt x="2181237" y="1790065"/>
                  </a:lnTo>
                  <a:lnTo>
                    <a:pt x="298348" y="1790065"/>
                  </a:lnTo>
                  <a:lnTo>
                    <a:pt x="249955" y="1786160"/>
                  </a:lnTo>
                  <a:lnTo>
                    <a:pt x="204048" y="1774854"/>
                  </a:lnTo>
                  <a:lnTo>
                    <a:pt x="161241" y="1756763"/>
                  </a:lnTo>
                  <a:lnTo>
                    <a:pt x="122149" y="1732501"/>
                  </a:lnTo>
                  <a:lnTo>
                    <a:pt x="87385" y="1702682"/>
                  </a:lnTo>
                  <a:lnTo>
                    <a:pt x="57564" y="1667921"/>
                  </a:lnTo>
                  <a:lnTo>
                    <a:pt x="33301" y="1628832"/>
                  </a:lnTo>
                  <a:lnTo>
                    <a:pt x="15210" y="1586029"/>
                  </a:lnTo>
                  <a:lnTo>
                    <a:pt x="3904" y="1540127"/>
                  </a:lnTo>
                  <a:lnTo>
                    <a:pt x="0" y="1491742"/>
                  </a:lnTo>
                  <a:lnTo>
                    <a:pt x="0" y="29832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4708" y="4655058"/>
            <a:ext cx="17202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5731" y="1110691"/>
            <a:ext cx="2534920" cy="949325"/>
          </a:xfrm>
          <a:prstGeom prst="rect">
            <a:avLst/>
          </a:prstGeom>
          <a:ln w="19050">
            <a:solidFill>
              <a:srgbClr val="0E9ED4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800" spc="-20" dirty="0">
                <a:latin typeface="Arial MT"/>
                <a:cs typeface="Arial MT"/>
              </a:rPr>
              <a:t>User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45731" y="2476195"/>
            <a:ext cx="2534920" cy="949325"/>
          </a:xfrm>
          <a:prstGeom prst="rect">
            <a:avLst/>
          </a:prstGeom>
          <a:ln w="19050">
            <a:solidFill>
              <a:srgbClr val="0E9ED4"/>
            </a:solidFill>
          </a:ln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18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Browser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(Frontend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JS)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818880" y="4010228"/>
            <a:ext cx="2534920" cy="949325"/>
          </a:xfrm>
          <a:custGeom>
            <a:avLst/>
            <a:gdLst/>
            <a:ahLst/>
            <a:cxnLst/>
            <a:rect l="l" t="t" r="r" b="b"/>
            <a:pathLst>
              <a:path w="2534920" h="949325">
                <a:moveTo>
                  <a:pt x="0" y="949121"/>
                </a:moveTo>
                <a:lnTo>
                  <a:pt x="2534793" y="949121"/>
                </a:lnTo>
                <a:lnTo>
                  <a:pt x="2534793" y="0"/>
                </a:lnTo>
                <a:lnTo>
                  <a:pt x="0" y="0"/>
                </a:lnTo>
                <a:lnTo>
                  <a:pt x="0" y="949121"/>
                </a:lnTo>
                <a:close/>
              </a:path>
            </a:pathLst>
          </a:custGeom>
          <a:ln w="19049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294114" y="4329810"/>
            <a:ext cx="158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Express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45731" y="5543753"/>
            <a:ext cx="2534920" cy="949325"/>
          </a:xfrm>
          <a:prstGeom prst="rect">
            <a:avLst/>
          </a:prstGeom>
          <a:ln w="19050">
            <a:solidFill>
              <a:srgbClr val="0E9ED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1800">
              <a:latin typeface="Times New Roman"/>
              <a:cs typeface="Times New Roman"/>
            </a:endParaRPr>
          </a:p>
          <a:p>
            <a:pPr marL="44894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In-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475091" y="2059813"/>
            <a:ext cx="76200" cy="416559"/>
          </a:xfrm>
          <a:custGeom>
            <a:avLst/>
            <a:gdLst/>
            <a:ahLst/>
            <a:cxnLst/>
            <a:rect l="l" t="t" r="r" b="b"/>
            <a:pathLst>
              <a:path w="76200" h="416560">
                <a:moveTo>
                  <a:pt x="28575" y="340233"/>
                </a:moveTo>
                <a:lnTo>
                  <a:pt x="0" y="340233"/>
                </a:lnTo>
                <a:lnTo>
                  <a:pt x="38100" y="416433"/>
                </a:lnTo>
                <a:lnTo>
                  <a:pt x="69850" y="352933"/>
                </a:lnTo>
                <a:lnTo>
                  <a:pt x="28575" y="352933"/>
                </a:lnTo>
                <a:lnTo>
                  <a:pt x="28575" y="340233"/>
                </a:lnTo>
                <a:close/>
              </a:path>
              <a:path w="76200" h="416560">
                <a:moveTo>
                  <a:pt x="47625" y="0"/>
                </a:moveTo>
                <a:lnTo>
                  <a:pt x="28575" y="0"/>
                </a:lnTo>
                <a:lnTo>
                  <a:pt x="28575" y="352933"/>
                </a:lnTo>
                <a:lnTo>
                  <a:pt x="47625" y="352933"/>
                </a:lnTo>
                <a:lnTo>
                  <a:pt x="47625" y="0"/>
                </a:lnTo>
                <a:close/>
              </a:path>
              <a:path w="76200" h="416560">
                <a:moveTo>
                  <a:pt x="76200" y="340233"/>
                </a:moveTo>
                <a:lnTo>
                  <a:pt x="47625" y="340233"/>
                </a:lnTo>
                <a:lnTo>
                  <a:pt x="47625" y="352933"/>
                </a:lnTo>
                <a:lnTo>
                  <a:pt x="69850" y="352933"/>
                </a:lnTo>
                <a:lnTo>
                  <a:pt x="76200" y="340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780651" y="2941192"/>
            <a:ext cx="1811655" cy="1581785"/>
          </a:xfrm>
          <a:custGeom>
            <a:avLst/>
            <a:gdLst/>
            <a:ahLst/>
            <a:cxnLst/>
            <a:rect l="l" t="t" r="r" b="b"/>
            <a:pathLst>
              <a:path w="1811654" h="1581785">
                <a:moveTo>
                  <a:pt x="1649349" y="1505458"/>
                </a:moveTo>
                <a:lnTo>
                  <a:pt x="1573149" y="1543558"/>
                </a:lnTo>
                <a:lnTo>
                  <a:pt x="1649349" y="1581658"/>
                </a:lnTo>
                <a:lnTo>
                  <a:pt x="1649349" y="1553083"/>
                </a:lnTo>
                <a:lnTo>
                  <a:pt x="1636649" y="1553083"/>
                </a:lnTo>
                <a:lnTo>
                  <a:pt x="1636649" y="1534033"/>
                </a:lnTo>
                <a:lnTo>
                  <a:pt x="1649349" y="1534033"/>
                </a:lnTo>
                <a:lnTo>
                  <a:pt x="1649349" y="1505458"/>
                </a:lnTo>
                <a:close/>
              </a:path>
              <a:path w="1811654" h="1581785">
                <a:moveTo>
                  <a:pt x="1649349" y="1534033"/>
                </a:moveTo>
                <a:lnTo>
                  <a:pt x="1636649" y="1534033"/>
                </a:lnTo>
                <a:lnTo>
                  <a:pt x="1636649" y="1553083"/>
                </a:lnTo>
                <a:lnTo>
                  <a:pt x="1649349" y="1553083"/>
                </a:lnTo>
                <a:lnTo>
                  <a:pt x="1649349" y="1534033"/>
                </a:lnTo>
                <a:close/>
              </a:path>
              <a:path w="1811654" h="1581785">
                <a:moveTo>
                  <a:pt x="1792224" y="1534033"/>
                </a:moveTo>
                <a:lnTo>
                  <a:pt x="1649349" y="1534033"/>
                </a:lnTo>
                <a:lnTo>
                  <a:pt x="1649349" y="1553083"/>
                </a:lnTo>
                <a:lnTo>
                  <a:pt x="1811274" y="1553083"/>
                </a:lnTo>
                <a:lnTo>
                  <a:pt x="1811274" y="1543558"/>
                </a:lnTo>
                <a:lnTo>
                  <a:pt x="1792224" y="1543558"/>
                </a:lnTo>
                <a:lnTo>
                  <a:pt x="1792224" y="1534033"/>
                </a:lnTo>
                <a:close/>
              </a:path>
              <a:path w="1811654" h="1581785">
                <a:moveTo>
                  <a:pt x="1792224" y="9525"/>
                </a:moveTo>
                <a:lnTo>
                  <a:pt x="1792224" y="1543558"/>
                </a:lnTo>
                <a:lnTo>
                  <a:pt x="1801749" y="1534033"/>
                </a:lnTo>
                <a:lnTo>
                  <a:pt x="1811274" y="1534033"/>
                </a:lnTo>
                <a:lnTo>
                  <a:pt x="1811274" y="19050"/>
                </a:lnTo>
                <a:lnTo>
                  <a:pt x="1801749" y="19050"/>
                </a:lnTo>
                <a:lnTo>
                  <a:pt x="1792224" y="9525"/>
                </a:lnTo>
                <a:close/>
              </a:path>
              <a:path w="1811654" h="1581785">
                <a:moveTo>
                  <a:pt x="1811274" y="1534033"/>
                </a:moveTo>
                <a:lnTo>
                  <a:pt x="1801749" y="1534033"/>
                </a:lnTo>
                <a:lnTo>
                  <a:pt x="1792224" y="1543558"/>
                </a:lnTo>
                <a:lnTo>
                  <a:pt x="1811274" y="1543558"/>
                </a:lnTo>
                <a:lnTo>
                  <a:pt x="1811274" y="1534033"/>
                </a:lnTo>
                <a:close/>
              </a:path>
              <a:path w="1811654" h="1581785">
                <a:moveTo>
                  <a:pt x="1811274" y="0"/>
                </a:moveTo>
                <a:lnTo>
                  <a:pt x="0" y="0"/>
                </a:lnTo>
                <a:lnTo>
                  <a:pt x="0" y="19050"/>
                </a:lnTo>
                <a:lnTo>
                  <a:pt x="1792224" y="19050"/>
                </a:lnTo>
                <a:lnTo>
                  <a:pt x="1792224" y="9525"/>
                </a:lnTo>
                <a:lnTo>
                  <a:pt x="1811274" y="9525"/>
                </a:lnTo>
                <a:lnTo>
                  <a:pt x="1811274" y="0"/>
                </a:lnTo>
                <a:close/>
              </a:path>
              <a:path w="1811654" h="1581785">
                <a:moveTo>
                  <a:pt x="1811274" y="9525"/>
                </a:moveTo>
                <a:lnTo>
                  <a:pt x="1792224" y="9525"/>
                </a:lnTo>
                <a:lnTo>
                  <a:pt x="1801749" y="19050"/>
                </a:lnTo>
                <a:lnTo>
                  <a:pt x="1811274" y="19050"/>
                </a:lnTo>
                <a:lnTo>
                  <a:pt x="1811274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475091" y="4475226"/>
            <a:ext cx="344170" cy="1068705"/>
          </a:xfrm>
          <a:custGeom>
            <a:avLst/>
            <a:gdLst/>
            <a:ahLst/>
            <a:cxnLst/>
            <a:rect l="l" t="t" r="r" b="b"/>
            <a:pathLst>
              <a:path w="344170" h="1068704">
                <a:moveTo>
                  <a:pt x="28575" y="992378"/>
                </a:moveTo>
                <a:lnTo>
                  <a:pt x="0" y="992378"/>
                </a:lnTo>
                <a:lnTo>
                  <a:pt x="38100" y="1068578"/>
                </a:lnTo>
                <a:lnTo>
                  <a:pt x="69850" y="1005078"/>
                </a:lnTo>
                <a:lnTo>
                  <a:pt x="28575" y="1005078"/>
                </a:lnTo>
                <a:lnTo>
                  <a:pt x="28575" y="992378"/>
                </a:lnTo>
                <a:close/>
              </a:path>
              <a:path w="344170" h="1068704">
                <a:moveTo>
                  <a:pt x="343915" y="0"/>
                </a:moveTo>
                <a:lnTo>
                  <a:pt x="28575" y="0"/>
                </a:lnTo>
                <a:lnTo>
                  <a:pt x="28575" y="1005078"/>
                </a:lnTo>
                <a:lnTo>
                  <a:pt x="47625" y="1005078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343915" y="9525"/>
                </a:lnTo>
                <a:lnTo>
                  <a:pt x="343915" y="0"/>
                </a:lnTo>
                <a:close/>
              </a:path>
              <a:path w="344170" h="1068704">
                <a:moveTo>
                  <a:pt x="76200" y="992378"/>
                </a:moveTo>
                <a:lnTo>
                  <a:pt x="47625" y="992378"/>
                </a:lnTo>
                <a:lnTo>
                  <a:pt x="47625" y="1005078"/>
                </a:lnTo>
                <a:lnTo>
                  <a:pt x="69850" y="1005078"/>
                </a:lnTo>
                <a:lnTo>
                  <a:pt x="76200" y="992378"/>
                </a:lnTo>
                <a:close/>
              </a:path>
              <a:path w="344170" h="1068704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344170" h="1068704">
                <a:moveTo>
                  <a:pt x="343915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343915" y="19050"/>
                </a:lnTo>
                <a:lnTo>
                  <a:pt x="34391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29" y="993455"/>
            <a:ext cx="8187764" cy="66716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1238250">
              <a:lnSpc>
                <a:spcPct val="100000"/>
              </a:lnSpc>
              <a:spcBef>
                <a:spcPts val="95"/>
              </a:spcBef>
            </a:pPr>
            <a:r>
              <a:rPr sz="5200" dirty="0"/>
              <a:t>Modules</a:t>
            </a:r>
            <a:r>
              <a:rPr sz="5200" spc="-95" dirty="0"/>
              <a:t> </a:t>
            </a:r>
            <a:r>
              <a:rPr sz="5200" dirty="0"/>
              <a:t>/</a:t>
            </a:r>
            <a:r>
              <a:rPr sz="5200" spc="-120" dirty="0"/>
              <a:t> </a:t>
            </a:r>
            <a:r>
              <a:rPr sz="5200" dirty="0"/>
              <a:t>Building</a:t>
            </a:r>
            <a:r>
              <a:rPr sz="5200" spc="-80" dirty="0"/>
              <a:t> </a:t>
            </a:r>
            <a:r>
              <a:rPr sz="5200" spc="-10" dirty="0"/>
              <a:t>Blocks</a:t>
            </a:r>
            <a:endParaRPr sz="5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465" y="2671445"/>
            <a:ext cx="4772152" cy="257695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56759" y="2157222"/>
          <a:ext cx="6583680" cy="434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/>
                <a:gridCol w="2194560"/>
                <a:gridCol w="2194560"/>
              </a:tblGrid>
              <a:tr h="228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Component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Responsibility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UI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Renderer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876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Displays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dashboard,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groups,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updates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dynamically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Manager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2120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input,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course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selection,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UI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updates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API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Handler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598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Sends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HTTP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backend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endpoints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processes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responses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Express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433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routing,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processes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requests,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manages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logic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11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Validates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manages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session-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like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behaviour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1035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Creates,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retrieves,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manages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groups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357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addition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removal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operations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Store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3225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arrays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Logic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22097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Performs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read/write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operations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in-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data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603" y="793811"/>
            <a:ext cx="5676408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Frontend Design</a:t>
            </a:r>
            <a:r>
              <a:rPr spc="-10" dirty="0"/>
              <a:t> </a:t>
            </a:r>
            <a:r>
              <a:rPr dirty="0"/>
              <a:t>&amp; </a:t>
            </a:r>
            <a:r>
              <a:rPr spc="-25" dirty="0"/>
              <a:t>UI</a:t>
            </a:r>
          </a:p>
        </p:txBody>
      </p:sp>
      <p:sp>
        <p:nvSpPr>
          <p:cNvPr id="4" name="object 4"/>
          <p:cNvSpPr/>
          <p:nvPr/>
        </p:nvSpPr>
        <p:spPr>
          <a:xfrm>
            <a:off x="221170" y="1771002"/>
            <a:ext cx="3436620" cy="1123315"/>
          </a:xfrm>
          <a:custGeom>
            <a:avLst/>
            <a:gdLst/>
            <a:ahLst/>
            <a:cxnLst/>
            <a:rect l="l" t="t" r="r" b="b"/>
            <a:pathLst>
              <a:path w="3436620" h="1123314">
                <a:moveTo>
                  <a:pt x="0" y="1123200"/>
                </a:moveTo>
                <a:lnTo>
                  <a:pt x="3436492" y="1123200"/>
                </a:lnTo>
                <a:lnTo>
                  <a:pt x="3436492" y="0"/>
                </a:lnTo>
                <a:lnTo>
                  <a:pt x="0" y="0"/>
                </a:lnTo>
                <a:lnTo>
                  <a:pt x="0" y="1123200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170" y="1771002"/>
            <a:ext cx="3436620" cy="112331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845819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Structure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170" y="2894196"/>
            <a:ext cx="3436620" cy="2783840"/>
          </a:xfrm>
          <a:prstGeom prst="rect">
            <a:avLst/>
          </a:prstGeom>
          <a:solidFill>
            <a:srgbClr val="CCD2D7">
              <a:alpha val="90194"/>
            </a:srgbClr>
          </a:solidFill>
          <a:ln w="19050">
            <a:solidFill>
              <a:srgbClr val="CCD2D7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257175" marR="427355" indent="-172720">
              <a:lnSpc>
                <a:spcPct val="143800"/>
              </a:lnSpc>
              <a:spcBef>
                <a:spcPts val="39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Sidebar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Navigation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(Discover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/ </a:t>
            </a:r>
            <a:r>
              <a:rPr sz="1600" dirty="0">
                <a:latin typeface="Arial MT"/>
                <a:cs typeface="Arial MT"/>
              </a:rPr>
              <a:t>My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Groups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/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Chats)</a:t>
            </a:r>
            <a:endParaRPr sz="1600">
              <a:latin typeface="Arial MT"/>
              <a:cs typeface="Arial MT"/>
            </a:endParaRPr>
          </a:p>
          <a:p>
            <a:pPr marL="257175" indent="-172085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Dashboard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Statistics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Cards</a:t>
            </a:r>
            <a:endParaRPr sz="1600">
              <a:latin typeface="Arial MT"/>
              <a:cs typeface="Arial MT"/>
            </a:endParaRPr>
          </a:p>
          <a:p>
            <a:pPr marL="256540" indent="-171450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256540" algn="l"/>
              </a:tabLst>
            </a:pPr>
            <a:r>
              <a:rPr sz="1600" dirty="0">
                <a:latin typeface="Arial MT"/>
                <a:cs typeface="Arial MT"/>
              </a:rPr>
              <a:t>Course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Ribbon</a:t>
            </a:r>
            <a:endParaRPr sz="1600">
              <a:latin typeface="Arial MT"/>
              <a:cs typeface="Arial MT"/>
            </a:endParaRPr>
          </a:p>
          <a:p>
            <a:pPr marL="257175" indent="-172085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Group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Card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Grid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Layout</a:t>
            </a:r>
            <a:endParaRPr sz="1600">
              <a:latin typeface="Arial MT"/>
              <a:cs typeface="Arial MT"/>
            </a:endParaRPr>
          </a:p>
          <a:p>
            <a:pPr marL="257175" marR="269240" indent="-172720">
              <a:lnSpc>
                <a:spcPct val="143800"/>
              </a:lnSpc>
              <a:spcBef>
                <a:spcPts val="27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Modal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Windows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(Create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Group</a:t>
            </a:r>
            <a:r>
              <a:rPr sz="1600" spc="-50" dirty="0">
                <a:latin typeface="Arial MT"/>
                <a:cs typeface="Arial MT"/>
              </a:rPr>
              <a:t> / </a:t>
            </a:r>
            <a:r>
              <a:rPr sz="1600" dirty="0">
                <a:latin typeface="Arial MT"/>
                <a:cs typeface="Arial MT"/>
              </a:rPr>
              <a:t>Add</a:t>
            </a:r>
            <a:r>
              <a:rPr sz="1600" spc="-10" dirty="0">
                <a:latin typeface="Arial MT"/>
                <a:cs typeface="Arial MT"/>
              </a:rPr>
              <a:t> Course)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0167" y="1812289"/>
            <a:ext cx="7940725" cy="3729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12" y="674933"/>
            <a:ext cx="6578425" cy="5483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Backend </a:t>
            </a:r>
            <a:r>
              <a:rPr spc="-10" dirty="0"/>
              <a:t>Implementation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2538" y="2211958"/>
          <a:ext cx="5086350" cy="312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0"/>
                <a:gridCol w="1695450"/>
                <a:gridCol w="1695450"/>
              </a:tblGrid>
              <a:tr h="3848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Method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Endpoint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/login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 marR="207645" indent="4171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User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authentication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GET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Fetch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 marR="320040" indent="-25907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new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/groups/join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Join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/course/remove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Remove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718563"/>
            <a:ext cx="2289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Key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Endpoints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9985" y="1277492"/>
            <a:ext cx="4905375" cy="35623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06588" y="4817516"/>
            <a:ext cx="2318385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demonstrates: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spc="-10" dirty="0">
                <a:latin typeface="Arial MT"/>
                <a:cs typeface="Arial MT"/>
              </a:rPr>
              <a:t>Validation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logic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Capacity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check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State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update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645" y="793811"/>
            <a:ext cx="8515535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Development</a:t>
            </a:r>
            <a:r>
              <a:rPr spc="-10" dirty="0"/>
              <a:t> </a:t>
            </a:r>
            <a:r>
              <a:rPr dirty="0"/>
              <a:t>Phase</a:t>
            </a:r>
            <a:r>
              <a:rPr spc="-10" dirty="0"/>
              <a:t> (Reflection)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04994" y="1600200"/>
            <a:ext cx="5420360" cy="1363980"/>
            <a:chOff x="4904994" y="1600200"/>
            <a:chExt cx="5420360" cy="1363980"/>
          </a:xfrm>
        </p:grpSpPr>
        <p:sp>
          <p:nvSpPr>
            <p:cNvPr id="5" name="object 5"/>
            <p:cNvSpPr/>
            <p:nvPr/>
          </p:nvSpPr>
          <p:spPr>
            <a:xfrm>
              <a:off x="4914519" y="1609725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30">
                  <a:moveTo>
                    <a:pt x="5177155" y="0"/>
                  </a:moveTo>
                  <a:lnTo>
                    <a:pt x="0" y="0"/>
                  </a:lnTo>
                  <a:lnTo>
                    <a:pt x="0" y="1344929"/>
                  </a:lnTo>
                  <a:lnTo>
                    <a:pt x="5177155" y="1344929"/>
                  </a:lnTo>
                  <a:lnTo>
                    <a:pt x="5222301" y="1340371"/>
                  </a:lnTo>
                  <a:lnTo>
                    <a:pt x="5264364" y="1327300"/>
                  </a:lnTo>
                  <a:lnTo>
                    <a:pt x="5302438" y="1306621"/>
                  </a:lnTo>
                  <a:lnTo>
                    <a:pt x="5335619" y="1279239"/>
                  </a:lnTo>
                  <a:lnTo>
                    <a:pt x="5363001" y="1246058"/>
                  </a:lnTo>
                  <a:lnTo>
                    <a:pt x="5383680" y="1207984"/>
                  </a:lnTo>
                  <a:lnTo>
                    <a:pt x="5396751" y="1165921"/>
                  </a:lnTo>
                  <a:lnTo>
                    <a:pt x="5401309" y="1120775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4519" y="1609725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30">
                  <a:moveTo>
                    <a:pt x="5401309" y="224154"/>
                  </a:moveTo>
                  <a:lnTo>
                    <a:pt x="5401309" y="1120775"/>
                  </a:lnTo>
                  <a:lnTo>
                    <a:pt x="5396751" y="1165921"/>
                  </a:lnTo>
                  <a:lnTo>
                    <a:pt x="5383680" y="1207984"/>
                  </a:lnTo>
                  <a:lnTo>
                    <a:pt x="5363001" y="1246058"/>
                  </a:lnTo>
                  <a:lnTo>
                    <a:pt x="5335619" y="1279239"/>
                  </a:lnTo>
                  <a:lnTo>
                    <a:pt x="5302438" y="1306621"/>
                  </a:lnTo>
                  <a:lnTo>
                    <a:pt x="5264364" y="1327300"/>
                  </a:lnTo>
                  <a:lnTo>
                    <a:pt x="5222301" y="1340371"/>
                  </a:lnTo>
                  <a:lnTo>
                    <a:pt x="5177155" y="1344929"/>
                  </a:lnTo>
                  <a:lnTo>
                    <a:pt x="0" y="1344929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49977" y="1624330"/>
            <a:ext cx="2411730" cy="4546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Node.js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runtime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environment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Express.js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routing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9977" y="2053793"/>
            <a:ext cx="4716780" cy="852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Visual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Studio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Code</a:t>
            </a:r>
            <a:endParaRPr sz="1400">
              <a:latin typeface="Arial MT"/>
              <a:cs typeface="Arial MT"/>
            </a:endParaRPr>
          </a:p>
          <a:p>
            <a:pPr marL="125730" marR="5080" indent="-113030">
              <a:lnSpc>
                <a:spcPts val="144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Git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(Version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recommended)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(Ponuthorai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Loeliger 	2022)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Browser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DevTools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debugging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6645" y="1432052"/>
            <a:ext cx="3057525" cy="1700530"/>
            <a:chOff x="1866645" y="1432052"/>
            <a:chExt cx="3057525" cy="1700530"/>
          </a:xfrm>
        </p:grpSpPr>
        <p:sp>
          <p:nvSpPr>
            <p:cNvPr id="10" name="object 10"/>
            <p:cNvSpPr/>
            <p:nvPr/>
          </p:nvSpPr>
          <p:spPr>
            <a:xfrm>
              <a:off x="1876170" y="1441577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80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6"/>
                  </a:lnTo>
                  <a:lnTo>
                    <a:pt x="151474" y="31279"/>
                  </a:lnTo>
                  <a:lnTo>
                    <a:pt x="114748" y="54067"/>
                  </a:lnTo>
                  <a:lnTo>
                    <a:pt x="82089" y="82073"/>
                  </a:lnTo>
                  <a:lnTo>
                    <a:pt x="54075" y="114720"/>
                  </a:lnTo>
                  <a:lnTo>
                    <a:pt x="31282" y="151430"/>
                  </a:lnTo>
                  <a:lnTo>
                    <a:pt x="14288" y="191625"/>
                  </a:lnTo>
                  <a:lnTo>
                    <a:pt x="3668" y="234728"/>
                  </a:lnTo>
                  <a:lnTo>
                    <a:pt x="0" y="280162"/>
                  </a:lnTo>
                  <a:lnTo>
                    <a:pt x="0" y="1400937"/>
                  </a:lnTo>
                  <a:lnTo>
                    <a:pt x="3668" y="1446401"/>
                  </a:lnTo>
                  <a:lnTo>
                    <a:pt x="14288" y="1489522"/>
                  </a:lnTo>
                  <a:lnTo>
                    <a:pt x="31282" y="1529724"/>
                  </a:lnTo>
                  <a:lnTo>
                    <a:pt x="54075" y="1566433"/>
                  </a:lnTo>
                  <a:lnTo>
                    <a:pt x="82089" y="1599072"/>
                  </a:lnTo>
                  <a:lnTo>
                    <a:pt x="114748" y="1627068"/>
                  </a:lnTo>
                  <a:lnTo>
                    <a:pt x="151474" y="1649843"/>
                  </a:lnTo>
                  <a:lnTo>
                    <a:pt x="191690" y="1666824"/>
                  </a:lnTo>
                  <a:lnTo>
                    <a:pt x="234821" y="1677434"/>
                  </a:lnTo>
                  <a:lnTo>
                    <a:pt x="280289" y="1681099"/>
                  </a:lnTo>
                  <a:lnTo>
                    <a:pt x="2758059" y="1681099"/>
                  </a:lnTo>
                  <a:lnTo>
                    <a:pt x="2803526" y="1677434"/>
                  </a:lnTo>
                  <a:lnTo>
                    <a:pt x="2846657" y="1666824"/>
                  </a:lnTo>
                  <a:lnTo>
                    <a:pt x="2886873" y="1649843"/>
                  </a:lnTo>
                  <a:lnTo>
                    <a:pt x="2923599" y="1627068"/>
                  </a:lnTo>
                  <a:lnTo>
                    <a:pt x="2956258" y="1599072"/>
                  </a:lnTo>
                  <a:lnTo>
                    <a:pt x="2984272" y="1566433"/>
                  </a:lnTo>
                  <a:lnTo>
                    <a:pt x="3007065" y="1529724"/>
                  </a:lnTo>
                  <a:lnTo>
                    <a:pt x="3024059" y="1489522"/>
                  </a:lnTo>
                  <a:lnTo>
                    <a:pt x="3034679" y="1446401"/>
                  </a:lnTo>
                  <a:lnTo>
                    <a:pt x="3038348" y="1400937"/>
                  </a:lnTo>
                  <a:lnTo>
                    <a:pt x="3038348" y="280162"/>
                  </a:lnTo>
                  <a:lnTo>
                    <a:pt x="3034679" y="234728"/>
                  </a:lnTo>
                  <a:lnTo>
                    <a:pt x="3024059" y="191625"/>
                  </a:lnTo>
                  <a:lnTo>
                    <a:pt x="3007065" y="151430"/>
                  </a:lnTo>
                  <a:lnTo>
                    <a:pt x="2984272" y="114720"/>
                  </a:lnTo>
                  <a:lnTo>
                    <a:pt x="2956258" y="82073"/>
                  </a:lnTo>
                  <a:lnTo>
                    <a:pt x="2923599" y="54067"/>
                  </a:lnTo>
                  <a:lnTo>
                    <a:pt x="2886873" y="31279"/>
                  </a:lnTo>
                  <a:lnTo>
                    <a:pt x="2846657" y="14286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0873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76170" y="1441577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80">
                  <a:moveTo>
                    <a:pt x="0" y="280162"/>
                  </a:moveTo>
                  <a:lnTo>
                    <a:pt x="3668" y="234728"/>
                  </a:lnTo>
                  <a:lnTo>
                    <a:pt x="14288" y="191625"/>
                  </a:lnTo>
                  <a:lnTo>
                    <a:pt x="31282" y="151430"/>
                  </a:lnTo>
                  <a:lnTo>
                    <a:pt x="54075" y="114720"/>
                  </a:lnTo>
                  <a:lnTo>
                    <a:pt x="82089" y="82073"/>
                  </a:lnTo>
                  <a:lnTo>
                    <a:pt x="114748" y="54067"/>
                  </a:lnTo>
                  <a:lnTo>
                    <a:pt x="151474" y="31279"/>
                  </a:lnTo>
                  <a:lnTo>
                    <a:pt x="191690" y="14286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6"/>
                  </a:lnTo>
                  <a:lnTo>
                    <a:pt x="2886873" y="31279"/>
                  </a:lnTo>
                  <a:lnTo>
                    <a:pt x="2923599" y="54067"/>
                  </a:lnTo>
                  <a:lnTo>
                    <a:pt x="2956258" y="82073"/>
                  </a:lnTo>
                  <a:lnTo>
                    <a:pt x="2984272" y="114720"/>
                  </a:lnTo>
                  <a:lnTo>
                    <a:pt x="3007065" y="151430"/>
                  </a:lnTo>
                  <a:lnTo>
                    <a:pt x="3024059" y="191625"/>
                  </a:lnTo>
                  <a:lnTo>
                    <a:pt x="3034679" y="234728"/>
                  </a:lnTo>
                  <a:lnTo>
                    <a:pt x="3038348" y="280162"/>
                  </a:lnTo>
                  <a:lnTo>
                    <a:pt x="3038348" y="1400937"/>
                  </a:lnTo>
                  <a:lnTo>
                    <a:pt x="3034679" y="1446401"/>
                  </a:lnTo>
                  <a:lnTo>
                    <a:pt x="3024059" y="1489522"/>
                  </a:lnTo>
                  <a:lnTo>
                    <a:pt x="3007065" y="1529724"/>
                  </a:lnTo>
                  <a:lnTo>
                    <a:pt x="2984272" y="1566433"/>
                  </a:lnTo>
                  <a:lnTo>
                    <a:pt x="2956258" y="1599072"/>
                  </a:lnTo>
                  <a:lnTo>
                    <a:pt x="2923599" y="1627068"/>
                  </a:lnTo>
                  <a:lnTo>
                    <a:pt x="2886873" y="1649843"/>
                  </a:lnTo>
                  <a:lnTo>
                    <a:pt x="2846657" y="1666824"/>
                  </a:lnTo>
                  <a:lnTo>
                    <a:pt x="2803526" y="1677434"/>
                  </a:lnTo>
                  <a:lnTo>
                    <a:pt x="2758059" y="1681099"/>
                  </a:lnTo>
                  <a:lnTo>
                    <a:pt x="280289" y="1681099"/>
                  </a:lnTo>
                  <a:lnTo>
                    <a:pt x="234821" y="1677434"/>
                  </a:lnTo>
                  <a:lnTo>
                    <a:pt x="191690" y="1666824"/>
                  </a:lnTo>
                  <a:lnTo>
                    <a:pt x="151474" y="1649843"/>
                  </a:lnTo>
                  <a:lnTo>
                    <a:pt x="114748" y="1627068"/>
                  </a:lnTo>
                  <a:lnTo>
                    <a:pt x="82089" y="1599072"/>
                  </a:lnTo>
                  <a:lnTo>
                    <a:pt x="54075" y="1566433"/>
                  </a:lnTo>
                  <a:lnTo>
                    <a:pt x="31282" y="1529724"/>
                  </a:lnTo>
                  <a:lnTo>
                    <a:pt x="14288" y="1489522"/>
                  </a:lnTo>
                  <a:lnTo>
                    <a:pt x="3668" y="1446401"/>
                  </a:lnTo>
                  <a:lnTo>
                    <a:pt x="0" y="1400937"/>
                  </a:lnTo>
                  <a:lnTo>
                    <a:pt x="0" y="28016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4766" y="1901190"/>
            <a:ext cx="266192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906780" marR="5080" indent="-894715">
              <a:lnSpc>
                <a:spcPts val="2480"/>
              </a:lnSpc>
              <a:spcBef>
                <a:spcPts val="51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Tool Setup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04994" y="3365372"/>
            <a:ext cx="5420360" cy="1363980"/>
            <a:chOff x="4904994" y="3365372"/>
            <a:chExt cx="5420360" cy="1363980"/>
          </a:xfrm>
        </p:grpSpPr>
        <p:sp>
          <p:nvSpPr>
            <p:cNvPr id="14" name="object 14"/>
            <p:cNvSpPr/>
            <p:nvPr/>
          </p:nvSpPr>
          <p:spPr>
            <a:xfrm>
              <a:off x="4914519" y="3374897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177155" y="0"/>
                  </a:moveTo>
                  <a:lnTo>
                    <a:pt x="0" y="0"/>
                  </a:lnTo>
                  <a:lnTo>
                    <a:pt x="0" y="1344929"/>
                  </a:lnTo>
                  <a:lnTo>
                    <a:pt x="5177155" y="1344929"/>
                  </a:lnTo>
                  <a:lnTo>
                    <a:pt x="5222301" y="1340377"/>
                  </a:lnTo>
                  <a:lnTo>
                    <a:pt x="5264364" y="1327318"/>
                  </a:lnTo>
                  <a:lnTo>
                    <a:pt x="5302438" y="1306655"/>
                  </a:lnTo>
                  <a:lnTo>
                    <a:pt x="5335619" y="1279286"/>
                  </a:lnTo>
                  <a:lnTo>
                    <a:pt x="5363001" y="1246114"/>
                  </a:lnTo>
                  <a:lnTo>
                    <a:pt x="5383680" y="1208037"/>
                  </a:lnTo>
                  <a:lnTo>
                    <a:pt x="5396751" y="1165957"/>
                  </a:lnTo>
                  <a:lnTo>
                    <a:pt x="5401309" y="1120775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14519" y="3374897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401309" y="224154"/>
                  </a:moveTo>
                  <a:lnTo>
                    <a:pt x="5401309" y="1120775"/>
                  </a:lnTo>
                  <a:lnTo>
                    <a:pt x="5396751" y="1165957"/>
                  </a:lnTo>
                  <a:lnTo>
                    <a:pt x="5383680" y="1208037"/>
                  </a:lnTo>
                  <a:lnTo>
                    <a:pt x="5363001" y="1246114"/>
                  </a:lnTo>
                  <a:lnTo>
                    <a:pt x="5335619" y="1279286"/>
                  </a:lnTo>
                  <a:lnTo>
                    <a:pt x="5302438" y="1306655"/>
                  </a:lnTo>
                  <a:lnTo>
                    <a:pt x="5264364" y="1327318"/>
                  </a:lnTo>
                  <a:lnTo>
                    <a:pt x="5222301" y="1340377"/>
                  </a:lnTo>
                  <a:lnTo>
                    <a:pt x="5177155" y="1344929"/>
                  </a:lnTo>
                  <a:lnTo>
                    <a:pt x="0" y="1344929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49977" y="3696715"/>
            <a:ext cx="1109345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Express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Body-parser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spc="-20" dirty="0">
                <a:latin typeface="Arial MT"/>
                <a:cs typeface="Arial MT"/>
              </a:rPr>
              <a:t>CORS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66645" y="3197225"/>
            <a:ext cx="3057525" cy="1700530"/>
            <a:chOff x="1866645" y="3197225"/>
            <a:chExt cx="3057525" cy="1700530"/>
          </a:xfrm>
        </p:grpSpPr>
        <p:sp>
          <p:nvSpPr>
            <p:cNvPr id="18" name="object 18"/>
            <p:cNvSpPr/>
            <p:nvPr/>
          </p:nvSpPr>
          <p:spPr>
            <a:xfrm>
              <a:off x="1876170" y="3206750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8"/>
                  </a:lnTo>
                  <a:lnTo>
                    <a:pt x="151474" y="31282"/>
                  </a:lnTo>
                  <a:lnTo>
                    <a:pt x="114748" y="54075"/>
                  </a:lnTo>
                  <a:lnTo>
                    <a:pt x="82089" y="82089"/>
                  </a:lnTo>
                  <a:lnTo>
                    <a:pt x="54075" y="114748"/>
                  </a:lnTo>
                  <a:lnTo>
                    <a:pt x="31282" y="151474"/>
                  </a:lnTo>
                  <a:lnTo>
                    <a:pt x="14288" y="191690"/>
                  </a:lnTo>
                  <a:lnTo>
                    <a:pt x="3668" y="234821"/>
                  </a:lnTo>
                  <a:lnTo>
                    <a:pt x="0" y="280288"/>
                  </a:lnTo>
                  <a:lnTo>
                    <a:pt x="0" y="1400937"/>
                  </a:lnTo>
                  <a:lnTo>
                    <a:pt x="3668" y="1446401"/>
                  </a:lnTo>
                  <a:lnTo>
                    <a:pt x="14288" y="1489522"/>
                  </a:lnTo>
                  <a:lnTo>
                    <a:pt x="31282" y="1529724"/>
                  </a:lnTo>
                  <a:lnTo>
                    <a:pt x="54075" y="1566433"/>
                  </a:lnTo>
                  <a:lnTo>
                    <a:pt x="82089" y="1599072"/>
                  </a:lnTo>
                  <a:lnTo>
                    <a:pt x="114748" y="1627068"/>
                  </a:lnTo>
                  <a:lnTo>
                    <a:pt x="151474" y="1649843"/>
                  </a:lnTo>
                  <a:lnTo>
                    <a:pt x="191690" y="1666824"/>
                  </a:lnTo>
                  <a:lnTo>
                    <a:pt x="234821" y="1677434"/>
                  </a:lnTo>
                  <a:lnTo>
                    <a:pt x="280289" y="1681099"/>
                  </a:lnTo>
                  <a:lnTo>
                    <a:pt x="2758059" y="1681099"/>
                  </a:lnTo>
                  <a:lnTo>
                    <a:pt x="2803526" y="1677434"/>
                  </a:lnTo>
                  <a:lnTo>
                    <a:pt x="2846657" y="1666824"/>
                  </a:lnTo>
                  <a:lnTo>
                    <a:pt x="2886873" y="1649843"/>
                  </a:lnTo>
                  <a:lnTo>
                    <a:pt x="2923599" y="1627068"/>
                  </a:lnTo>
                  <a:lnTo>
                    <a:pt x="2956258" y="1599072"/>
                  </a:lnTo>
                  <a:lnTo>
                    <a:pt x="2984272" y="1566433"/>
                  </a:lnTo>
                  <a:lnTo>
                    <a:pt x="3007065" y="1529724"/>
                  </a:lnTo>
                  <a:lnTo>
                    <a:pt x="3024059" y="1489522"/>
                  </a:lnTo>
                  <a:lnTo>
                    <a:pt x="3034679" y="1446401"/>
                  </a:lnTo>
                  <a:lnTo>
                    <a:pt x="3038348" y="1400937"/>
                  </a:lnTo>
                  <a:lnTo>
                    <a:pt x="3038348" y="280288"/>
                  </a:lnTo>
                  <a:lnTo>
                    <a:pt x="3034679" y="234821"/>
                  </a:lnTo>
                  <a:lnTo>
                    <a:pt x="3024059" y="191690"/>
                  </a:lnTo>
                  <a:lnTo>
                    <a:pt x="3007065" y="151474"/>
                  </a:lnTo>
                  <a:lnTo>
                    <a:pt x="2984272" y="114748"/>
                  </a:lnTo>
                  <a:lnTo>
                    <a:pt x="2956258" y="82089"/>
                  </a:lnTo>
                  <a:lnTo>
                    <a:pt x="2923599" y="54075"/>
                  </a:lnTo>
                  <a:lnTo>
                    <a:pt x="2886873" y="31282"/>
                  </a:lnTo>
                  <a:lnTo>
                    <a:pt x="2846657" y="14288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68B1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76170" y="3206750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0" y="280288"/>
                  </a:moveTo>
                  <a:lnTo>
                    <a:pt x="3668" y="234821"/>
                  </a:lnTo>
                  <a:lnTo>
                    <a:pt x="14288" y="191690"/>
                  </a:lnTo>
                  <a:lnTo>
                    <a:pt x="31282" y="151474"/>
                  </a:lnTo>
                  <a:lnTo>
                    <a:pt x="54075" y="114748"/>
                  </a:lnTo>
                  <a:lnTo>
                    <a:pt x="82089" y="82089"/>
                  </a:lnTo>
                  <a:lnTo>
                    <a:pt x="114748" y="54075"/>
                  </a:lnTo>
                  <a:lnTo>
                    <a:pt x="151474" y="31282"/>
                  </a:lnTo>
                  <a:lnTo>
                    <a:pt x="191690" y="14288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8"/>
                  </a:lnTo>
                  <a:lnTo>
                    <a:pt x="2886873" y="31282"/>
                  </a:lnTo>
                  <a:lnTo>
                    <a:pt x="2923599" y="54075"/>
                  </a:lnTo>
                  <a:lnTo>
                    <a:pt x="2956258" y="82089"/>
                  </a:lnTo>
                  <a:lnTo>
                    <a:pt x="2984272" y="114748"/>
                  </a:lnTo>
                  <a:lnTo>
                    <a:pt x="3007065" y="151474"/>
                  </a:lnTo>
                  <a:lnTo>
                    <a:pt x="3024059" y="191690"/>
                  </a:lnTo>
                  <a:lnTo>
                    <a:pt x="3034679" y="234821"/>
                  </a:lnTo>
                  <a:lnTo>
                    <a:pt x="3038348" y="280288"/>
                  </a:lnTo>
                  <a:lnTo>
                    <a:pt x="3038348" y="1400937"/>
                  </a:lnTo>
                  <a:lnTo>
                    <a:pt x="3034679" y="1446401"/>
                  </a:lnTo>
                  <a:lnTo>
                    <a:pt x="3024059" y="1489522"/>
                  </a:lnTo>
                  <a:lnTo>
                    <a:pt x="3007065" y="1529724"/>
                  </a:lnTo>
                  <a:lnTo>
                    <a:pt x="2984272" y="1566433"/>
                  </a:lnTo>
                  <a:lnTo>
                    <a:pt x="2956258" y="1599072"/>
                  </a:lnTo>
                  <a:lnTo>
                    <a:pt x="2923599" y="1627068"/>
                  </a:lnTo>
                  <a:lnTo>
                    <a:pt x="2886873" y="1649843"/>
                  </a:lnTo>
                  <a:lnTo>
                    <a:pt x="2846657" y="1666824"/>
                  </a:lnTo>
                  <a:lnTo>
                    <a:pt x="2803526" y="1677434"/>
                  </a:lnTo>
                  <a:lnTo>
                    <a:pt x="2758059" y="1681099"/>
                  </a:lnTo>
                  <a:lnTo>
                    <a:pt x="280289" y="1681099"/>
                  </a:lnTo>
                  <a:lnTo>
                    <a:pt x="234821" y="1677434"/>
                  </a:lnTo>
                  <a:lnTo>
                    <a:pt x="191690" y="1666824"/>
                  </a:lnTo>
                  <a:lnTo>
                    <a:pt x="151474" y="1649843"/>
                  </a:lnTo>
                  <a:lnTo>
                    <a:pt x="114748" y="1627068"/>
                  </a:lnTo>
                  <a:lnTo>
                    <a:pt x="82089" y="1599072"/>
                  </a:lnTo>
                  <a:lnTo>
                    <a:pt x="54075" y="1566433"/>
                  </a:lnTo>
                  <a:lnTo>
                    <a:pt x="31282" y="1529724"/>
                  </a:lnTo>
                  <a:lnTo>
                    <a:pt x="14288" y="1489522"/>
                  </a:lnTo>
                  <a:lnTo>
                    <a:pt x="3668" y="1446401"/>
                  </a:lnTo>
                  <a:lnTo>
                    <a:pt x="0" y="1400937"/>
                  </a:lnTo>
                  <a:lnTo>
                    <a:pt x="0" y="28028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70733" y="3666185"/>
            <a:ext cx="1651635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85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Third-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Party</a:t>
            </a:r>
            <a:endParaRPr sz="2400">
              <a:latin typeface="Arial"/>
              <a:cs typeface="Arial"/>
            </a:endParaRPr>
          </a:p>
          <a:p>
            <a:pPr marL="180340">
              <a:lnSpc>
                <a:spcPts val="2685"/>
              </a:lnSpc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04994" y="5130546"/>
            <a:ext cx="5420360" cy="1363980"/>
            <a:chOff x="4904994" y="5130546"/>
            <a:chExt cx="5420360" cy="1363980"/>
          </a:xfrm>
        </p:grpSpPr>
        <p:sp>
          <p:nvSpPr>
            <p:cNvPr id="22" name="object 22"/>
            <p:cNvSpPr/>
            <p:nvPr/>
          </p:nvSpPr>
          <p:spPr>
            <a:xfrm>
              <a:off x="4914519" y="5140071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177155" y="0"/>
                  </a:moveTo>
                  <a:lnTo>
                    <a:pt x="0" y="0"/>
                  </a:lnTo>
                  <a:lnTo>
                    <a:pt x="0" y="1344904"/>
                  </a:lnTo>
                  <a:lnTo>
                    <a:pt x="5177155" y="1344904"/>
                  </a:lnTo>
                  <a:lnTo>
                    <a:pt x="5222301" y="1340350"/>
                  </a:lnTo>
                  <a:lnTo>
                    <a:pt x="5264364" y="1327289"/>
                  </a:lnTo>
                  <a:lnTo>
                    <a:pt x="5302438" y="1306623"/>
                  </a:lnTo>
                  <a:lnTo>
                    <a:pt x="5335619" y="1279251"/>
                  </a:lnTo>
                  <a:lnTo>
                    <a:pt x="5363001" y="1246077"/>
                  </a:lnTo>
                  <a:lnTo>
                    <a:pt x="5383680" y="1208001"/>
                  </a:lnTo>
                  <a:lnTo>
                    <a:pt x="5396751" y="1165925"/>
                  </a:lnTo>
                  <a:lnTo>
                    <a:pt x="5401309" y="1120749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14519" y="5140071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401309" y="224154"/>
                  </a:moveTo>
                  <a:lnTo>
                    <a:pt x="5401309" y="1120749"/>
                  </a:lnTo>
                  <a:lnTo>
                    <a:pt x="5396751" y="1165925"/>
                  </a:lnTo>
                  <a:lnTo>
                    <a:pt x="5383680" y="1208001"/>
                  </a:lnTo>
                  <a:lnTo>
                    <a:pt x="5363001" y="1246077"/>
                  </a:lnTo>
                  <a:lnTo>
                    <a:pt x="5335619" y="1279251"/>
                  </a:lnTo>
                  <a:lnTo>
                    <a:pt x="5302438" y="1306623"/>
                  </a:lnTo>
                  <a:lnTo>
                    <a:pt x="5264364" y="1327289"/>
                  </a:lnTo>
                  <a:lnTo>
                    <a:pt x="5222301" y="1340350"/>
                  </a:lnTo>
                  <a:lnTo>
                    <a:pt x="5177155" y="1344904"/>
                  </a:lnTo>
                  <a:lnTo>
                    <a:pt x="0" y="1344904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49977" y="5461812"/>
            <a:ext cx="2312670" cy="669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Lightweight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Easy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implementation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Fast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development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cycle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66645" y="4962397"/>
            <a:ext cx="3057525" cy="1700530"/>
            <a:chOff x="1866645" y="4962397"/>
            <a:chExt cx="3057525" cy="1700530"/>
          </a:xfrm>
        </p:grpSpPr>
        <p:sp>
          <p:nvSpPr>
            <p:cNvPr id="26" name="object 26"/>
            <p:cNvSpPr/>
            <p:nvPr/>
          </p:nvSpPr>
          <p:spPr>
            <a:xfrm>
              <a:off x="1876170" y="4971922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8"/>
                  </a:lnTo>
                  <a:lnTo>
                    <a:pt x="151474" y="31282"/>
                  </a:lnTo>
                  <a:lnTo>
                    <a:pt x="114748" y="54075"/>
                  </a:lnTo>
                  <a:lnTo>
                    <a:pt x="82089" y="82089"/>
                  </a:lnTo>
                  <a:lnTo>
                    <a:pt x="54075" y="114748"/>
                  </a:lnTo>
                  <a:lnTo>
                    <a:pt x="31282" y="151474"/>
                  </a:lnTo>
                  <a:lnTo>
                    <a:pt x="14288" y="191690"/>
                  </a:lnTo>
                  <a:lnTo>
                    <a:pt x="3668" y="234821"/>
                  </a:lnTo>
                  <a:lnTo>
                    <a:pt x="0" y="280288"/>
                  </a:lnTo>
                  <a:lnTo>
                    <a:pt x="0" y="1400962"/>
                  </a:lnTo>
                  <a:lnTo>
                    <a:pt x="3668" y="1446412"/>
                  </a:lnTo>
                  <a:lnTo>
                    <a:pt x="14288" y="1489527"/>
                  </a:lnTo>
                  <a:lnTo>
                    <a:pt x="31282" y="1529730"/>
                  </a:lnTo>
                  <a:lnTo>
                    <a:pt x="54075" y="1566444"/>
                  </a:lnTo>
                  <a:lnTo>
                    <a:pt x="82089" y="1599093"/>
                  </a:lnTo>
                  <a:lnTo>
                    <a:pt x="114748" y="1627099"/>
                  </a:lnTo>
                  <a:lnTo>
                    <a:pt x="151474" y="1649886"/>
                  </a:lnTo>
                  <a:lnTo>
                    <a:pt x="191690" y="1666877"/>
                  </a:lnTo>
                  <a:lnTo>
                    <a:pt x="234821" y="1677495"/>
                  </a:lnTo>
                  <a:lnTo>
                    <a:pt x="280289" y="1681162"/>
                  </a:lnTo>
                  <a:lnTo>
                    <a:pt x="2758059" y="1681162"/>
                  </a:lnTo>
                  <a:lnTo>
                    <a:pt x="2803526" y="1677495"/>
                  </a:lnTo>
                  <a:lnTo>
                    <a:pt x="2846657" y="1666877"/>
                  </a:lnTo>
                  <a:lnTo>
                    <a:pt x="2886873" y="1649886"/>
                  </a:lnTo>
                  <a:lnTo>
                    <a:pt x="2923599" y="1627099"/>
                  </a:lnTo>
                  <a:lnTo>
                    <a:pt x="2956258" y="1599093"/>
                  </a:lnTo>
                  <a:lnTo>
                    <a:pt x="2984272" y="1566444"/>
                  </a:lnTo>
                  <a:lnTo>
                    <a:pt x="3007065" y="1529730"/>
                  </a:lnTo>
                  <a:lnTo>
                    <a:pt x="3024059" y="1489527"/>
                  </a:lnTo>
                  <a:lnTo>
                    <a:pt x="3034679" y="1446412"/>
                  </a:lnTo>
                  <a:lnTo>
                    <a:pt x="3038348" y="1400962"/>
                  </a:lnTo>
                  <a:lnTo>
                    <a:pt x="3038348" y="280288"/>
                  </a:lnTo>
                  <a:lnTo>
                    <a:pt x="3034679" y="234821"/>
                  </a:lnTo>
                  <a:lnTo>
                    <a:pt x="3024059" y="191690"/>
                  </a:lnTo>
                  <a:lnTo>
                    <a:pt x="3007065" y="151474"/>
                  </a:lnTo>
                  <a:lnTo>
                    <a:pt x="2984272" y="114748"/>
                  </a:lnTo>
                  <a:lnTo>
                    <a:pt x="2956258" y="82089"/>
                  </a:lnTo>
                  <a:lnTo>
                    <a:pt x="2923599" y="54075"/>
                  </a:lnTo>
                  <a:lnTo>
                    <a:pt x="2886873" y="31282"/>
                  </a:lnTo>
                  <a:lnTo>
                    <a:pt x="2846657" y="14288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68B1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76170" y="4971922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0" y="280288"/>
                  </a:moveTo>
                  <a:lnTo>
                    <a:pt x="3668" y="234821"/>
                  </a:lnTo>
                  <a:lnTo>
                    <a:pt x="14288" y="191690"/>
                  </a:lnTo>
                  <a:lnTo>
                    <a:pt x="31282" y="151474"/>
                  </a:lnTo>
                  <a:lnTo>
                    <a:pt x="54075" y="114748"/>
                  </a:lnTo>
                  <a:lnTo>
                    <a:pt x="82089" y="82089"/>
                  </a:lnTo>
                  <a:lnTo>
                    <a:pt x="114748" y="54075"/>
                  </a:lnTo>
                  <a:lnTo>
                    <a:pt x="151474" y="31282"/>
                  </a:lnTo>
                  <a:lnTo>
                    <a:pt x="191690" y="14288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8"/>
                  </a:lnTo>
                  <a:lnTo>
                    <a:pt x="2886873" y="31282"/>
                  </a:lnTo>
                  <a:lnTo>
                    <a:pt x="2923599" y="54075"/>
                  </a:lnTo>
                  <a:lnTo>
                    <a:pt x="2956258" y="82089"/>
                  </a:lnTo>
                  <a:lnTo>
                    <a:pt x="2984272" y="114748"/>
                  </a:lnTo>
                  <a:lnTo>
                    <a:pt x="3007065" y="151474"/>
                  </a:lnTo>
                  <a:lnTo>
                    <a:pt x="3024059" y="191690"/>
                  </a:lnTo>
                  <a:lnTo>
                    <a:pt x="3034679" y="234821"/>
                  </a:lnTo>
                  <a:lnTo>
                    <a:pt x="3038348" y="280288"/>
                  </a:lnTo>
                  <a:lnTo>
                    <a:pt x="3038348" y="1400962"/>
                  </a:lnTo>
                  <a:lnTo>
                    <a:pt x="3034679" y="1446412"/>
                  </a:lnTo>
                  <a:lnTo>
                    <a:pt x="3024059" y="1489527"/>
                  </a:lnTo>
                  <a:lnTo>
                    <a:pt x="3007065" y="1529730"/>
                  </a:lnTo>
                  <a:lnTo>
                    <a:pt x="2984272" y="1566444"/>
                  </a:lnTo>
                  <a:lnTo>
                    <a:pt x="2956258" y="1599093"/>
                  </a:lnTo>
                  <a:lnTo>
                    <a:pt x="2923599" y="1627099"/>
                  </a:lnTo>
                  <a:lnTo>
                    <a:pt x="2886873" y="1649886"/>
                  </a:lnTo>
                  <a:lnTo>
                    <a:pt x="2846657" y="1666877"/>
                  </a:lnTo>
                  <a:lnTo>
                    <a:pt x="2803526" y="1677495"/>
                  </a:lnTo>
                  <a:lnTo>
                    <a:pt x="2758059" y="1681162"/>
                  </a:lnTo>
                  <a:lnTo>
                    <a:pt x="280289" y="1681162"/>
                  </a:lnTo>
                  <a:lnTo>
                    <a:pt x="234821" y="1677495"/>
                  </a:lnTo>
                  <a:lnTo>
                    <a:pt x="191690" y="1666877"/>
                  </a:lnTo>
                  <a:lnTo>
                    <a:pt x="151474" y="1649886"/>
                  </a:lnTo>
                  <a:lnTo>
                    <a:pt x="114748" y="1627099"/>
                  </a:lnTo>
                  <a:lnTo>
                    <a:pt x="82089" y="1599093"/>
                  </a:lnTo>
                  <a:lnTo>
                    <a:pt x="54075" y="1566444"/>
                  </a:lnTo>
                  <a:lnTo>
                    <a:pt x="31282" y="1529730"/>
                  </a:lnTo>
                  <a:lnTo>
                    <a:pt x="14288" y="1489527"/>
                  </a:lnTo>
                  <a:lnTo>
                    <a:pt x="3668" y="1446412"/>
                  </a:lnTo>
                  <a:lnTo>
                    <a:pt x="0" y="1400962"/>
                  </a:lnTo>
                  <a:lnTo>
                    <a:pt x="0" y="28028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645410" y="5589523"/>
            <a:ext cx="149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Rationale: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06" y="793811"/>
            <a:ext cx="7867716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Decisions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Rationale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8675" y="1816607"/>
            <a:ext cx="10534650" cy="4369435"/>
            <a:chOff x="828675" y="1816607"/>
            <a:chExt cx="10534650" cy="4369435"/>
          </a:xfrm>
        </p:grpSpPr>
        <p:sp>
          <p:nvSpPr>
            <p:cNvPr id="5" name="object 5"/>
            <p:cNvSpPr/>
            <p:nvPr/>
          </p:nvSpPr>
          <p:spPr>
            <a:xfrm>
              <a:off x="838200" y="2106574"/>
              <a:ext cx="10515600" cy="4070350"/>
            </a:xfrm>
            <a:custGeom>
              <a:avLst/>
              <a:gdLst/>
              <a:ahLst/>
              <a:cxnLst/>
              <a:rect l="l" t="t" r="r" b="b"/>
              <a:pathLst>
                <a:path w="10515600" h="4070350">
                  <a:moveTo>
                    <a:pt x="0" y="4069841"/>
                  </a:moveTo>
                  <a:lnTo>
                    <a:pt x="10515600" y="4069841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069841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3980" y="1826132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1"/>
                  </a:lnTo>
                  <a:lnTo>
                    <a:pt x="0" y="467487"/>
                  </a:lnTo>
                  <a:lnTo>
                    <a:pt x="7354" y="503844"/>
                  </a:lnTo>
                  <a:lnTo>
                    <a:pt x="27400" y="533558"/>
                  </a:lnTo>
                  <a:lnTo>
                    <a:pt x="57114" y="553604"/>
                  </a:lnTo>
                  <a:lnTo>
                    <a:pt x="93472" y="560958"/>
                  </a:lnTo>
                  <a:lnTo>
                    <a:pt x="7267448" y="560958"/>
                  </a:lnTo>
                  <a:lnTo>
                    <a:pt x="7303805" y="553604"/>
                  </a:lnTo>
                  <a:lnTo>
                    <a:pt x="7333519" y="533558"/>
                  </a:lnTo>
                  <a:lnTo>
                    <a:pt x="7353565" y="503844"/>
                  </a:lnTo>
                  <a:lnTo>
                    <a:pt x="7360920" y="467487"/>
                  </a:lnTo>
                  <a:lnTo>
                    <a:pt x="7360920" y="93471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3980" y="1826132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1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1"/>
                  </a:lnTo>
                  <a:lnTo>
                    <a:pt x="7360920" y="467487"/>
                  </a:lnTo>
                  <a:lnTo>
                    <a:pt x="7353565" y="503844"/>
                  </a:lnTo>
                  <a:lnTo>
                    <a:pt x="7333519" y="533558"/>
                  </a:lnTo>
                  <a:lnTo>
                    <a:pt x="7303805" y="553604"/>
                  </a:lnTo>
                  <a:lnTo>
                    <a:pt x="7267448" y="560958"/>
                  </a:lnTo>
                  <a:lnTo>
                    <a:pt x="93472" y="560958"/>
                  </a:lnTo>
                  <a:lnTo>
                    <a:pt x="57114" y="553604"/>
                  </a:lnTo>
                  <a:lnTo>
                    <a:pt x="27400" y="533558"/>
                  </a:lnTo>
                  <a:lnTo>
                    <a:pt x="7354" y="503844"/>
                  </a:lnTo>
                  <a:lnTo>
                    <a:pt x="0" y="467487"/>
                  </a:lnTo>
                  <a:lnTo>
                    <a:pt x="0" y="9347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41729" y="1926717"/>
            <a:ext cx="7240905" cy="404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19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  <a:p>
            <a:pPr marL="226695" indent="-215900">
              <a:lnSpc>
                <a:spcPct val="100000"/>
              </a:lnSpc>
              <a:spcBef>
                <a:spcPts val="1820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Single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Page</a:t>
            </a:r>
            <a:r>
              <a:rPr sz="1900" b="1" spc="-12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Application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structure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Faster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experience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No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page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reloads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5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spc="-10" dirty="0">
                <a:latin typeface="Arial"/>
                <a:cs typeface="Arial"/>
              </a:rPr>
              <a:t>In-</a:t>
            </a:r>
            <a:r>
              <a:rPr sz="1900" b="1" dirty="0">
                <a:latin typeface="Arial"/>
                <a:cs typeface="Arial"/>
              </a:rPr>
              <a:t>memory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database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Simplifies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testing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Suitable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prototype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0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REST</a:t>
            </a:r>
            <a:r>
              <a:rPr sz="1900" b="1" spc="-10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API</a:t>
            </a:r>
            <a:r>
              <a:rPr sz="1900" b="1" spc="-4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structure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Clear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separation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frontend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&amp;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backend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Scalable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future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database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integration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(Gowda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&amp;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Gowda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2024)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5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Optimistic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UI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updates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Immediate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feedback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join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actions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Improved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experience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191" y="793811"/>
            <a:ext cx="6275307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Testing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dirty="0"/>
              <a:t>Risk</a:t>
            </a:r>
            <a:r>
              <a:rPr spc="-254" dirty="0"/>
              <a:t> </a:t>
            </a:r>
            <a:r>
              <a:rPr spc="-10" dirty="0"/>
              <a:t>Analysis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2767583"/>
          <a:ext cx="6708140" cy="2576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7035"/>
                <a:gridCol w="1677035"/>
                <a:gridCol w="1677035"/>
                <a:gridCol w="1677035"/>
              </a:tblGrid>
              <a:tr h="38290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Group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Course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Members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Limit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316865" marR="311150" indent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Structures Study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CS201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597535" marR="234950" indent="-3556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Econ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Paper Prep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ECON10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MCAT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Flashcards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MED400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704581" y="3074288"/>
            <a:ext cx="918844" cy="42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565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Performed</a:t>
            </a:r>
            <a:endParaRPr sz="1400">
              <a:latin typeface="Arial"/>
              <a:cs typeface="Arial"/>
            </a:endParaRPr>
          </a:p>
          <a:p>
            <a:pPr marR="5715" algn="r">
              <a:lnSpc>
                <a:spcPts val="1565"/>
              </a:lnSpc>
            </a:pPr>
            <a:r>
              <a:rPr sz="1400" b="1" spc="-10" dirty="0">
                <a:latin typeface="Arial"/>
                <a:cs typeface="Arial"/>
              </a:rPr>
              <a:t>Tests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08008" y="2638932"/>
            <a:ext cx="232410" cy="1327150"/>
          </a:xfrm>
          <a:custGeom>
            <a:avLst/>
            <a:gdLst/>
            <a:ahLst/>
            <a:cxnLst/>
            <a:rect l="l" t="t" r="r" b="b"/>
            <a:pathLst>
              <a:path w="232409" h="1327150">
                <a:moveTo>
                  <a:pt x="232283" y="1327149"/>
                </a:moveTo>
                <a:lnTo>
                  <a:pt x="187088" y="1320754"/>
                </a:lnTo>
                <a:lnTo>
                  <a:pt x="150193" y="1303321"/>
                </a:lnTo>
                <a:lnTo>
                  <a:pt x="125323" y="1277483"/>
                </a:lnTo>
                <a:lnTo>
                  <a:pt x="116205" y="1245869"/>
                </a:lnTo>
                <a:lnTo>
                  <a:pt x="116205" y="744854"/>
                </a:lnTo>
                <a:lnTo>
                  <a:pt x="107066" y="713188"/>
                </a:lnTo>
                <a:lnTo>
                  <a:pt x="82153" y="687355"/>
                </a:lnTo>
                <a:lnTo>
                  <a:pt x="45213" y="669952"/>
                </a:lnTo>
                <a:lnTo>
                  <a:pt x="0" y="663575"/>
                </a:lnTo>
                <a:lnTo>
                  <a:pt x="45213" y="657179"/>
                </a:lnTo>
                <a:lnTo>
                  <a:pt x="82153" y="639746"/>
                </a:lnTo>
                <a:lnTo>
                  <a:pt x="107066" y="613908"/>
                </a:lnTo>
                <a:lnTo>
                  <a:pt x="116205" y="582294"/>
                </a:lnTo>
                <a:lnTo>
                  <a:pt x="116205" y="81279"/>
                </a:lnTo>
                <a:lnTo>
                  <a:pt x="125323" y="49613"/>
                </a:lnTo>
                <a:lnTo>
                  <a:pt x="150193" y="23780"/>
                </a:lnTo>
                <a:lnTo>
                  <a:pt x="187088" y="6377"/>
                </a:lnTo>
                <a:lnTo>
                  <a:pt x="232283" y="0"/>
                </a:lnTo>
              </a:path>
            </a:pathLst>
          </a:custGeom>
          <a:ln w="19050">
            <a:solidFill>
              <a:srgbClr val="0D4A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33129" y="2638805"/>
            <a:ext cx="3159125" cy="132778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32384" rIns="0" bIns="0" rtlCol="0">
            <a:spAutoFit/>
          </a:bodyPr>
          <a:lstStyle/>
          <a:p>
            <a:pPr marL="234315" indent="-172720">
              <a:lnSpc>
                <a:spcPct val="100000"/>
              </a:lnSpc>
              <a:spcBef>
                <a:spcPts val="254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(empty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fields)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Course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addition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removal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join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capacity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restriction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state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updates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3642" y="4615383"/>
            <a:ext cx="819150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565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Risks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65"/>
              </a:lnSpc>
            </a:pPr>
            <a:r>
              <a:rPr sz="1400" b="1" spc="-10" dirty="0">
                <a:latin typeface="Arial"/>
                <a:cs typeface="Arial"/>
              </a:rPr>
              <a:t>Identified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08008" y="4200144"/>
            <a:ext cx="232410" cy="1287145"/>
          </a:xfrm>
          <a:custGeom>
            <a:avLst/>
            <a:gdLst/>
            <a:ahLst/>
            <a:cxnLst/>
            <a:rect l="l" t="t" r="r" b="b"/>
            <a:pathLst>
              <a:path w="232409" h="1287145">
                <a:moveTo>
                  <a:pt x="232283" y="1286890"/>
                </a:moveTo>
                <a:lnTo>
                  <a:pt x="187088" y="1280513"/>
                </a:lnTo>
                <a:lnTo>
                  <a:pt x="150193" y="1263110"/>
                </a:lnTo>
                <a:lnTo>
                  <a:pt x="125323" y="1237277"/>
                </a:lnTo>
                <a:lnTo>
                  <a:pt x="116205" y="1205610"/>
                </a:lnTo>
                <a:lnTo>
                  <a:pt x="116205" y="724788"/>
                </a:lnTo>
                <a:lnTo>
                  <a:pt x="107066" y="693122"/>
                </a:lnTo>
                <a:lnTo>
                  <a:pt x="82153" y="667289"/>
                </a:lnTo>
                <a:lnTo>
                  <a:pt x="45213" y="649886"/>
                </a:lnTo>
                <a:lnTo>
                  <a:pt x="0" y="643508"/>
                </a:lnTo>
                <a:lnTo>
                  <a:pt x="45213" y="637111"/>
                </a:lnTo>
                <a:lnTo>
                  <a:pt x="82153" y="619664"/>
                </a:lnTo>
                <a:lnTo>
                  <a:pt x="107066" y="593788"/>
                </a:lnTo>
                <a:lnTo>
                  <a:pt x="116205" y="562101"/>
                </a:lnTo>
                <a:lnTo>
                  <a:pt x="116205" y="81279"/>
                </a:lnTo>
                <a:lnTo>
                  <a:pt x="125323" y="49613"/>
                </a:lnTo>
                <a:lnTo>
                  <a:pt x="150193" y="23780"/>
                </a:lnTo>
                <a:lnTo>
                  <a:pt x="187088" y="6377"/>
                </a:lnTo>
                <a:lnTo>
                  <a:pt x="232283" y="0"/>
                </a:lnTo>
              </a:path>
            </a:pathLst>
          </a:custGeom>
          <a:ln w="19050">
            <a:solidFill>
              <a:srgbClr val="0D4A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33129" y="4200016"/>
            <a:ext cx="3159125" cy="128714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234315" indent="-172720">
              <a:lnSpc>
                <a:spcPct val="100000"/>
              </a:lnSpc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persistent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authentication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Chat</a:t>
            </a:r>
            <a:r>
              <a:rPr sz="1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client-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side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1906015"/>
            <a:ext cx="2174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Test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Predefined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groups: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12745" y="631012"/>
            <a:ext cx="6368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Arial MT"/>
                <a:cs typeface="Arial MT"/>
              </a:rPr>
              <a:t>Project Risks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&amp; </a:t>
            </a:r>
            <a:r>
              <a:rPr b="0" spc="-10" dirty="0">
                <a:latin typeface="Arial MT"/>
                <a:cs typeface="Arial MT"/>
              </a:rPr>
              <a:t>Mitigation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6740" y="1823008"/>
            <a:ext cx="4761230" cy="1042035"/>
          </a:xfrm>
          <a:custGeom>
            <a:avLst/>
            <a:gdLst/>
            <a:ahLst/>
            <a:cxnLst/>
            <a:rect l="l" t="t" r="r" b="b"/>
            <a:pathLst>
              <a:path w="4761230" h="1042035">
                <a:moveTo>
                  <a:pt x="0" y="1041857"/>
                </a:moveTo>
                <a:lnTo>
                  <a:pt x="4760976" y="1041857"/>
                </a:lnTo>
                <a:lnTo>
                  <a:pt x="4760976" y="0"/>
                </a:lnTo>
                <a:lnTo>
                  <a:pt x="0" y="0"/>
                </a:lnTo>
                <a:lnTo>
                  <a:pt x="0" y="1041857"/>
                </a:lnTo>
                <a:close/>
              </a:path>
            </a:pathLst>
          </a:custGeom>
          <a:ln w="1904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3572" y="2341245"/>
            <a:ext cx="4018279" cy="4241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Lack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persistent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result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permanent </a:t>
            </a:r>
            <a:r>
              <a:rPr sz="1400" dirty="0">
                <a:latin typeface="Arial MT"/>
                <a:cs typeface="Arial MT"/>
              </a:rPr>
              <a:t>loss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 user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groups </a:t>
            </a:r>
            <a:r>
              <a:rPr sz="1400" spc="-10" dirty="0">
                <a:latin typeface="Arial MT"/>
                <a:cs typeface="Arial MT"/>
              </a:rPr>
              <a:t>Security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5264" y="1414907"/>
            <a:ext cx="3352165" cy="816610"/>
            <a:chOff x="365264" y="1414907"/>
            <a:chExt cx="3352165" cy="816610"/>
          </a:xfrm>
        </p:grpSpPr>
        <p:sp>
          <p:nvSpPr>
            <p:cNvPr id="6" name="object 6"/>
            <p:cNvSpPr/>
            <p:nvPr/>
          </p:nvSpPr>
          <p:spPr>
            <a:xfrm>
              <a:off x="374789" y="1424432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80"/>
                  </a:lnTo>
                  <a:lnTo>
                    <a:pt x="54386" y="25656"/>
                  </a:lnTo>
                  <a:lnTo>
                    <a:pt x="25630" y="54425"/>
                  </a:lnTo>
                  <a:lnTo>
                    <a:pt x="6772" y="90887"/>
                  </a:lnTo>
                  <a:lnTo>
                    <a:pt x="0" y="132841"/>
                  </a:lnTo>
                  <a:lnTo>
                    <a:pt x="0" y="664209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1"/>
                  </a:lnTo>
                  <a:lnTo>
                    <a:pt x="3199752" y="797051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09"/>
                  </a:lnTo>
                  <a:lnTo>
                    <a:pt x="3332594" y="132841"/>
                  </a:lnTo>
                  <a:lnTo>
                    <a:pt x="3325825" y="90887"/>
                  </a:lnTo>
                  <a:lnTo>
                    <a:pt x="3306974" y="54425"/>
                  </a:lnTo>
                  <a:lnTo>
                    <a:pt x="3278224" y="25656"/>
                  </a:lnTo>
                  <a:lnTo>
                    <a:pt x="3241755" y="6780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4789" y="1424432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1"/>
                  </a:moveTo>
                  <a:lnTo>
                    <a:pt x="6772" y="90887"/>
                  </a:lnTo>
                  <a:lnTo>
                    <a:pt x="25630" y="54425"/>
                  </a:lnTo>
                  <a:lnTo>
                    <a:pt x="54386" y="25656"/>
                  </a:lnTo>
                  <a:lnTo>
                    <a:pt x="90853" y="6780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80"/>
                  </a:lnTo>
                  <a:lnTo>
                    <a:pt x="3278224" y="25656"/>
                  </a:lnTo>
                  <a:lnTo>
                    <a:pt x="3306974" y="54425"/>
                  </a:lnTo>
                  <a:lnTo>
                    <a:pt x="3325825" y="90887"/>
                  </a:lnTo>
                  <a:lnTo>
                    <a:pt x="3332594" y="132841"/>
                  </a:lnTo>
                  <a:lnTo>
                    <a:pt x="3332594" y="664209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1"/>
                  </a:lnTo>
                  <a:lnTo>
                    <a:pt x="132841" y="797051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09"/>
                  </a:lnTo>
                  <a:lnTo>
                    <a:pt x="0" y="13284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7100" y="1686560"/>
            <a:ext cx="1222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Loss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Risk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740" y="3409137"/>
            <a:ext cx="4761230" cy="1233805"/>
          </a:xfrm>
          <a:custGeom>
            <a:avLst/>
            <a:gdLst/>
            <a:ahLst/>
            <a:cxnLst/>
            <a:rect l="l" t="t" r="r" b="b"/>
            <a:pathLst>
              <a:path w="4761230" h="1233804">
                <a:moveTo>
                  <a:pt x="0" y="1233220"/>
                </a:moveTo>
                <a:lnTo>
                  <a:pt x="4760976" y="1233220"/>
                </a:lnTo>
                <a:lnTo>
                  <a:pt x="4760976" y="0"/>
                </a:lnTo>
                <a:lnTo>
                  <a:pt x="0" y="0"/>
                </a:lnTo>
                <a:lnTo>
                  <a:pt x="0" y="1233220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3572" y="3927728"/>
            <a:ext cx="4035425" cy="6083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Weak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authentication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mechanisms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expose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 </a:t>
            </a:r>
            <a:r>
              <a:rPr sz="1400" dirty="0">
                <a:latin typeface="Arial MT"/>
                <a:cs typeface="Arial MT"/>
              </a:rPr>
              <a:t>accounts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sensitive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platform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interactions Scalability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264" y="3001136"/>
            <a:ext cx="3352165" cy="816610"/>
            <a:chOff x="365264" y="3001136"/>
            <a:chExt cx="3352165" cy="816610"/>
          </a:xfrm>
        </p:grpSpPr>
        <p:sp>
          <p:nvSpPr>
            <p:cNvPr id="12" name="object 12"/>
            <p:cNvSpPr/>
            <p:nvPr/>
          </p:nvSpPr>
          <p:spPr>
            <a:xfrm>
              <a:off x="374789" y="3010661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68"/>
                  </a:lnTo>
                  <a:lnTo>
                    <a:pt x="54386" y="25619"/>
                  </a:lnTo>
                  <a:lnTo>
                    <a:pt x="25630" y="54370"/>
                  </a:lnTo>
                  <a:lnTo>
                    <a:pt x="6772" y="90838"/>
                  </a:lnTo>
                  <a:lnTo>
                    <a:pt x="0" y="132841"/>
                  </a:lnTo>
                  <a:lnTo>
                    <a:pt x="0" y="664210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1"/>
                  </a:lnTo>
                  <a:lnTo>
                    <a:pt x="3199752" y="797051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10"/>
                  </a:lnTo>
                  <a:lnTo>
                    <a:pt x="3332594" y="132841"/>
                  </a:lnTo>
                  <a:lnTo>
                    <a:pt x="3325825" y="90838"/>
                  </a:lnTo>
                  <a:lnTo>
                    <a:pt x="3306974" y="54370"/>
                  </a:lnTo>
                  <a:lnTo>
                    <a:pt x="3278224" y="25619"/>
                  </a:lnTo>
                  <a:lnTo>
                    <a:pt x="3241755" y="6768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4789" y="3010661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1"/>
                  </a:moveTo>
                  <a:lnTo>
                    <a:pt x="6772" y="90838"/>
                  </a:lnTo>
                  <a:lnTo>
                    <a:pt x="25630" y="54370"/>
                  </a:lnTo>
                  <a:lnTo>
                    <a:pt x="54386" y="25619"/>
                  </a:lnTo>
                  <a:lnTo>
                    <a:pt x="90853" y="6768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68"/>
                  </a:lnTo>
                  <a:lnTo>
                    <a:pt x="3278224" y="25619"/>
                  </a:lnTo>
                  <a:lnTo>
                    <a:pt x="3306974" y="54370"/>
                  </a:lnTo>
                  <a:lnTo>
                    <a:pt x="3325825" y="90838"/>
                  </a:lnTo>
                  <a:lnTo>
                    <a:pt x="3332594" y="132841"/>
                  </a:lnTo>
                  <a:lnTo>
                    <a:pt x="3332594" y="664210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1"/>
                  </a:lnTo>
                  <a:lnTo>
                    <a:pt x="132841" y="797051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10"/>
                  </a:lnTo>
                  <a:lnTo>
                    <a:pt x="0" y="13284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7100" y="3273044"/>
            <a:ext cx="1384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Vulnerability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6740" y="5186730"/>
            <a:ext cx="4761230" cy="1042035"/>
          </a:xfrm>
          <a:custGeom>
            <a:avLst/>
            <a:gdLst/>
            <a:ahLst/>
            <a:cxnLst/>
            <a:rect l="l" t="t" r="r" b="b"/>
            <a:pathLst>
              <a:path w="4761230" h="1042035">
                <a:moveTo>
                  <a:pt x="0" y="1041857"/>
                </a:moveTo>
                <a:lnTo>
                  <a:pt x="4760976" y="1041857"/>
                </a:lnTo>
                <a:lnTo>
                  <a:pt x="4760976" y="0"/>
                </a:lnTo>
                <a:lnTo>
                  <a:pt x="0" y="0"/>
                </a:lnTo>
                <a:lnTo>
                  <a:pt x="0" y="1041857"/>
                </a:lnTo>
                <a:close/>
              </a:path>
            </a:pathLst>
          </a:custGeom>
          <a:ln w="1904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572" y="5705652"/>
            <a:ext cx="4029710" cy="4241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In-memory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limits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performance </a:t>
            </a:r>
            <a:r>
              <a:rPr sz="1400" dirty="0">
                <a:latin typeface="Arial MT"/>
                <a:cs typeface="Arial MT"/>
              </a:rPr>
              <a:t>when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handling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large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5264" y="4778628"/>
            <a:ext cx="3352165" cy="816610"/>
            <a:chOff x="365264" y="4778628"/>
            <a:chExt cx="3352165" cy="816610"/>
          </a:xfrm>
        </p:grpSpPr>
        <p:sp>
          <p:nvSpPr>
            <p:cNvPr id="18" name="object 18"/>
            <p:cNvSpPr/>
            <p:nvPr/>
          </p:nvSpPr>
          <p:spPr>
            <a:xfrm>
              <a:off x="374789" y="4788153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80"/>
                  </a:lnTo>
                  <a:lnTo>
                    <a:pt x="54386" y="25656"/>
                  </a:lnTo>
                  <a:lnTo>
                    <a:pt x="25630" y="54425"/>
                  </a:lnTo>
                  <a:lnTo>
                    <a:pt x="6772" y="90887"/>
                  </a:lnTo>
                  <a:lnTo>
                    <a:pt x="0" y="132842"/>
                  </a:lnTo>
                  <a:lnTo>
                    <a:pt x="0" y="664210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2"/>
                  </a:lnTo>
                  <a:lnTo>
                    <a:pt x="3199752" y="797052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10"/>
                  </a:lnTo>
                  <a:lnTo>
                    <a:pt x="3332594" y="132842"/>
                  </a:lnTo>
                  <a:lnTo>
                    <a:pt x="3325825" y="90887"/>
                  </a:lnTo>
                  <a:lnTo>
                    <a:pt x="3306974" y="54425"/>
                  </a:lnTo>
                  <a:lnTo>
                    <a:pt x="3278224" y="25656"/>
                  </a:lnTo>
                  <a:lnTo>
                    <a:pt x="3241755" y="6780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4789" y="4788153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2"/>
                  </a:moveTo>
                  <a:lnTo>
                    <a:pt x="6772" y="90887"/>
                  </a:lnTo>
                  <a:lnTo>
                    <a:pt x="25630" y="54425"/>
                  </a:lnTo>
                  <a:lnTo>
                    <a:pt x="54386" y="25656"/>
                  </a:lnTo>
                  <a:lnTo>
                    <a:pt x="90853" y="6780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80"/>
                  </a:lnTo>
                  <a:lnTo>
                    <a:pt x="3278224" y="25656"/>
                  </a:lnTo>
                  <a:lnTo>
                    <a:pt x="3306974" y="54425"/>
                  </a:lnTo>
                  <a:lnTo>
                    <a:pt x="3325825" y="90887"/>
                  </a:lnTo>
                  <a:lnTo>
                    <a:pt x="3332594" y="132842"/>
                  </a:lnTo>
                  <a:lnTo>
                    <a:pt x="3332594" y="664210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2"/>
                  </a:lnTo>
                  <a:lnTo>
                    <a:pt x="132841" y="797052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10"/>
                  </a:lnTo>
                  <a:lnTo>
                    <a:pt x="0" y="13284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7100" y="5050916"/>
            <a:ext cx="1438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217033" y="1408811"/>
          <a:ext cx="6831329" cy="4352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340"/>
                <a:gridCol w="1832610"/>
                <a:gridCol w="919479"/>
                <a:gridCol w="2501900"/>
              </a:tblGrid>
              <a:tr h="2635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Risk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Category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Impact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Mitigation</a:t>
                      </a:r>
                      <a:r>
                        <a:rPr sz="13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Strategy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Loss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64769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database;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stored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memory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462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9405" algn="just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Integrate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MongoDB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SQL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persistent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reliable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storage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6364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13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4051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secure authentication</a:t>
                      </a:r>
                      <a:r>
                        <a:rPr sz="13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encryption implemented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742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Implement</a:t>
                      </a:r>
                      <a:r>
                        <a:rPr sz="13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JWT</a:t>
                      </a:r>
                      <a:r>
                        <a:rPr sz="13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authentication,</a:t>
                      </a:r>
                      <a:r>
                        <a:rPr sz="13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hashing,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HTTPS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protocols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Scalability</a:t>
                      </a:r>
                      <a:r>
                        <a:rPr sz="13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3714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cannot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handle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increased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large datasets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 marR="163830">
                        <a:lnSpc>
                          <a:spcPct val="100000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Medium–High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628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Deploy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cloud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infrastructure and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replace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database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3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278765" algn="just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API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time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degrade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load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Medium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933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Optimize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backend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introduce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caching mechanisms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Usability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31369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Lack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real-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time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chat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reduces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user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engagement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Medium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409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Implement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WebSockets</a:t>
                      </a:r>
                      <a:r>
                        <a:rPr sz="13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communication functionality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935355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Arial MT"/>
                <a:cs typeface="Arial MT"/>
              </a:rPr>
              <a:t>System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Requirements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Specification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" y="1886330"/>
            <a:ext cx="3515360" cy="1372235"/>
            <a:chOff x="828675" y="1886330"/>
            <a:chExt cx="3515360" cy="1372235"/>
          </a:xfrm>
        </p:grpSpPr>
        <p:sp>
          <p:nvSpPr>
            <p:cNvPr id="4" name="object 4"/>
            <p:cNvSpPr/>
            <p:nvPr/>
          </p:nvSpPr>
          <p:spPr>
            <a:xfrm>
              <a:off x="838200" y="2102446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2990" y="1895855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415"/>
                  </a:lnTo>
                  <a:lnTo>
                    <a:pt x="20173" y="20177"/>
                  </a:lnTo>
                  <a:lnTo>
                    <a:pt x="5412" y="42058"/>
                  </a:lnTo>
                  <a:lnTo>
                    <a:pt x="0" y="68834"/>
                  </a:lnTo>
                  <a:lnTo>
                    <a:pt x="0" y="344424"/>
                  </a:lnTo>
                  <a:lnTo>
                    <a:pt x="5412" y="371199"/>
                  </a:lnTo>
                  <a:lnTo>
                    <a:pt x="20173" y="393080"/>
                  </a:lnTo>
                  <a:lnTo>
                    <a:pt x="42069" y="407842"/>
                  </a:lnTo>
                  <a:lnTo>
                    <a:pt x="68884" y="413258"/>
                  </a:lnTo>
                  <a:lnTo>
                    <a:pt x="2378163" y="413258"/>
                  </a:lnTo>
                  <a:lnTo>
                    <a:pt x="2405012" y="407842"/>
                  </a:lnTo>
                  <a:lnTo>
                    <a:pt x="2426931" y="393080"/>
                  </a:lnTo>
                  <a:lnTo>
                    <a:pt x="2441707" y="371199"/>
                  </a:lnTo>
                  <a:lnTo>
                    <a:pt x="2447124" y="344424"/>
                  </a:lnTo>
                  <a:lnTo>
                    <a:pt x="2447124" y="68834"/>
                  </a:lnTo>
                  <a:lnTo>
                    <a:pt x="2441707" y="42058"/>
                  </a:lnTo>
                  <a:lnTo>
                    <a:pt x="2426931" y="20177"/>
                  </a:lnTo>
                  <a:lnTo>
                    <a:pt x="2405012" y="5415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2990" y="1895855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834"/>
                  </a:moveTo>
                  <a:lnTo>
                    <a:pt x="5412" y="42058"/>
                  </a:lnTo>
                  <a:lnTo>
                    <a:pt x="20173" y="20177"/>
                  </a:lnTo>
                  <a:lnTo>
                    <a:pt x="42069" y="5415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415"/>
                  </a:lnTo>
                  <a:lnTo>
                    <a:pt x="2426931" y="20177"/>
                  </a:lnTo>
                  <a:lnTo>
                    <a:pt x="2441707" y="42058"/>
                  </a:lnTo>
                  <a:lnTo>
                    <a:pt x="2447124" y="68834"/>
                  </a:lnTo>
                  <a:lnTo>
                    <a:pt x="2447124" y="344424"/>
                  </a:lnTo>
                  <a:lnTo>
                    <a:pt x="2441707" y="371199"/>
                  </a:lnTo>
                  <a:lnTo>
                    <a:pt x="2426931" y="393080"/>
                  </a:lnTo>
                  <a:lnTo>
                    <a:pt x="2405012" y="407842"/>
                  </a:lnTo>
                  <a:lnTo>
                    <a:pt x="2378163" y="413258"/>
                  </a:lnTo>
                  <a:lnTo>
                    <a:pt x="68884" y="413258"/>
                  </a:lnTo>
                  <a:lnTo>
                    <a:pt x="42069" y="407842"/>
                  </a:lnTo>
                  <a:lnTo>
                    <a:pt x="20173" y="393080"/>
                  </a:lnTo>
                  <a:lnTo>
                    <a:pt x="5412" y="371199"/>
                  </a:lnTo>
                  <a:lnTo>
                    <a:pt x="0" y="344424"/>
                  </a:lnTo>
                  <a:lnTo>
                    <a:pt x="0" y="6883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8675" y="3315208"/>
            <a:ext cx="3515360" cy="1372235"/>
            <a:chOff x="828675" y="3315208"/>
            <a:chExt cx="3515360" cy="1372235"/>
          </a:xfrm>
        </p:grpSpPr>
        <p:sp>
          <p:nvSpPr>
            <p:cNvPr id="8" name="object 8"/>
            <p:cNvSpPr/>
            <p:nvPr/>
          </p:nvSpPr>
          <p:spPr>
            <a:xfrm>
              <a:off x="838200" y="3531324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2990" y="332473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397"/>
                  </a:lnTo>
                  <a:lnTo>
                    <a:pt x="20173" y="20129"/>
                  </a:lnTo>
                  <a:lnTo>
                    <a:pt x="5412" y="42005"/>
                  </a:lnTo>
                  <a:lnTo>
                    <a:pt x="0" y="68833"/>
                  </a:lnTo>
                  <a:lnTo>
                    <a:pt x="0" y="344296"/>
                  </a:lnTo>
                  <a:lnTo>
                    <a:pt x="5412" y="371145"/>
                  </a:lnTo>
                  <a:lnTo>
                    <a:pt x="20173" y="393064"/>
                  </a:lnTo>
                  <a:lnTo>
                    <a:pt x="42069" y="407840"/>
                  </a:lnTo>
                  <a:lnTo>
                    <a:pt x="68884" y="413257"/>
                  </a:lnTo>
                  <a:lnTo>
                    <a:pt x="2378163" y="413257"/>
                  </a:lnTo>
                  <a:lnTo>
                    <a:pt x="2405012" y="407840"/>
                  </a:lnTo>
                  <a:lnTo>
                    <a:pt x="2426931" y="393064"/>
                  </a:lnTo>
                  <a:lnTo>
                    <a:pt x="2441707" y="371145"/>
                  </a:lnTo>
                  <a:lnTo>
                    <a:pt x="2447124" y="344296"/>
                  </a:lnTo>
                  <a:lnTo>
                    <a:pt x="2447124" y="68833"/>
                  </a:lnTo>
                  <a:lnTo>
                    <a:pt x="2441707" y="42005"/>
                  </a:lnTo>
                  <a:lnTo>
                    <a:pt x="2426931" y="20129"/>
                  </a:lnTo>
                  <a:lnTo>
                    <a:pt x="2405012" y="5397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2990" y="332473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833"/>
                  </a:moveTo>
                  <a:lnTo>
                    <a:pt x="5412" y="42005"/>
                  </a:lnTo>
                  <a:lnTo>
                    <a:pt x="20173" y="20129"/>
                  </a:lnTo>
                  <a:lnTo>
                    <a:pt x="42069" y="5397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397"/>
                  </a:lnTo>
                  <a:lnTo>
                    <a:pt x="2426931" y="20129"/>
                  </a:lnTo>
                  <a:lnTo>
                    <a:pt x="2441707" y="42005"/>
                  </a:lnTo>
                  <a:lnTo>
                    <a:pt x="2447124" y="68833"/>
                  </a:lnTo>
                  <a:lnTo>
                    <a:pt x="2447124" y="344296"/>
                  </a:lnTo>
                  <a:lnTo>
                    <a:pt x="2441707" y="371145"/>
                  </a:lnTo>
                  <a:lnTo>
                    <a:pt x="2426931" y="393064"/>
                  </a:lnTo>
                  <a:lnTo>
                    <a:pt x="2405012" y="407840"/>
                  </a:lnTo>
                  <a:lnTo>
                    <a:pt x="2378163" y="413257"/>
                  </a:lnTo>
                  <a:lnTo>
                    <a:pt x="68884" y="413257"/>
                  </a:lnTo>
                  <a:lnTo>
                    <a:pt x="42069" y="407840"/>
                  </a:lnTo>
                  <a:lnTo>
                    <a:pt x="20173" y="393064"/>
                  </a:lnTo>
                  <a:lnTo>
                    <a:pt x="5412" y="371145"/>
                  </a:lnTo>
                  <a:lnTo>
                    <a:pt x="0" y="344296"/>
                  </a:lnTo>
                  <a:lnTo>
                    <a:pt x="0" y="6883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7076" y="1965782"/>
            <a:ext cx="2877820" cy="2604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Functional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Requirements</a:t>
            </a:r>
            <a:endParaRPr sz="1400">
              <a:latin typeface="Arial"/>
              <a:cs typeface="Arial"/>
            </a:endParaRPr>
          </a:p>
          <a:p>
            <a:pPr marL="125730" marR="5080" indent="-113030">
              <a:lnSpc>
                <a:spcPct val="86300"/>
              </a:lnSpc>
              <a:spcBef>
                <a:spcPts val="157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must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 	</a:t>
            </a:r>
            <a:r>
              <a:rPr sz="1400" dirty="0">
                <a:latin typeface="Arial MT"/>
                <a:cs typeface="Arial MT"/>
              </a:rPr>
              <a:t>registration,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course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tracking,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group 	</a:t>
            </a:r>
            <a:r>
              <a:rPr sz="1400" dirty="0">
                <a:latin typeface="Arial MT"/>
                <a:cs typeface="Arial MT"/>
              </a:rPr>
              <a:t>creation,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joining,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messaging 	features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28575" marR="1537970">
              <a:lnSpc>
                <a:spcPts val="14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Non-Functional Requirements</a:t>
            </a:r>
            <a:endParaRPr sz="1400">
              <a:latin typeface="Arial"/>
              <a:cs typeface="Arial"/>
            </a:endParaRPr>
          </a:p>
          <a:p>
            <a:pPr marL="125730" marR="139700" indent="-113030">
              <a:lnSpc>
                <a:spcPct val="862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should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ensure 	</a:t>
            </a:r>
            <a:r>
              <a:rPr sz="1400" dirty="0">
                <a:latin typeface="Arial MT"/>
                <a:cs typeface="Arial MT"/>
              </a:rPr>
              <a:t>performance,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scalability,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security, 	usability,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reliability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under 	</a:t>
            </a:r>
            <a:r>
              <a:rPr sz="1400" dirty="0">
                <a:latin typeface="Arial MT"/>
                <a:cs typeface="Arial MT"/>
              </a:rPr>
              <a:t>normal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conditions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8675" y="4743958"/>
            <a:ext cx="3515360" cy="1372870"/>
            <a:chOff x="828675" y="4743958"/>
            <a:chExt cx="3515360" cy="1372870"/>
          </a:xfrm>
        </p:grpSpPr>
        <p:sp>
          <p:nvSpPr>
            <p:cNvPr id="13" name="object 13"/>
            <p:cNvSpPr/>
            <p:nvPr/>
          </p:nvSpPr>
          <p:spPr>
            <a:xfrm>
              <a:off x="838200" y="4960162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2990" y="475348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417"/>
                  </a:lnTo>
                  <a:lnTo>
                    <a:pt x="20173" y="20193"/>
                  </a:lnTo>
                  <a:lnTo>
                    <a:pt x="5412" y="42112"/>
                  </a:lnTo>
                  <a:lnTo>
                    <a:pt x="0" y="68961"/>
                  </a:lnTo>
                  <a:lnTo>
                    <a:pt x="0" y="344424"/>
                  </a:lnTo>
                  <a:lnTo>
                    <a:pt x="5412" y="371252"/>
                  </a:lnTo>
                  <a:lnTo>
                    <a:pt x="20173" y="393128"/>
                  </a:lnTo>
                  <a:lnTo>
                    <a:pt x="42069" y="407860"/>
                  </a:lnTo>
                  <a:lnTo>
                    <a:pt x="68884" y="413258"/>
                  </a:lnTo>
                  <a:lnTo>
                    <a:pt x="2378163" y="413258"/>
                  </a:lnTo>
                  <a:lnTo>
                    <a:pt x="2405012" y="407860"/>
                  </a:lnTo>
                  <a:lnTo>
                    <a:pt x="2426931" y="393128"/>
                  </a:lnTo>
                  <a:lnTo>
                    <a:pt x="2441707" y="371252"/>
                  </a:lnTo>
                  <a:lnTo>
                    <a:pt x="2447124" y="344424"/>
                  </a:lnTo>
                  <a:lnTo>
                    <a:pt x="2447124" y="68961"/>
                  </a:lnTo>
                  <a:lnTo>
                    <a:pt x="2441707" y="42112"/>
                  </a:lnTo>
                  <a:lnTo>
                    <a:pt x="2426931" y="20193"/>
                  </a:lnTo>
                  <a:lnTo>
                    <a:pt x="2405012" y="5417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2990" y="475348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961"/>
                  </a:moveTo>
                  <a:lnTo>
                    <a:pt x="5412" y="42112"/>
                  </a:lnTo>
                  <a:lnTo>
                    <a:pt x="20173" y="20193"/>
                  </a:lnTo>
                  <a:lnTo>
                    <a:pt x="42069" y="5417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417"/>
                  </a:lnTo>
                  <a:lnTo>
                    <a:pt x="2426931" y="20193"/>
                  </a:lnTo>
                  <a:lnTo>
                    <a:pt x="2441707" y="42112"/>
                  </a:lnTo>
                  <a:lnTo>
                    <a:pt x="2447124" y="68961"/>
                  </a:lnTo>
                  <a:lnTo>
                    <a:pt x="2447124" y="344424"/>
                  </a:lnTo>
                  <a:lnTo>
                    <a:pt x="2441707" y="371252"/>
                  </a:lnTo>
                  <a:lnTo>
                    <a:pt x="2426931" y="393128"/>
                  </a:lnTo>
                  <a:lnTo>
                    <a:pt x="2405012" y="407860"/>
                  </a:lnTo>
                  <a:lnTo>
                    <a:pt x="2378163" y="413258"/>
                  </a:lnTo>
                  <a:lnTo>
                    <a:pt x="68884" y="413258"/>
                  </a:lnTo>
                  <a:lnTo>
                    <a:pt x="42069" y="407860"/>
                  </a:lnTo>
                  <a:lnTo>
                    <a:pt x="20173" y="393128"/>
                  </a:lnTo>
                  <a:lnTo>
                    <a:pt x="5412" y="371252"/>
                  </a:lnTo>
                  <a:lnTo>
                    <a:pt x="0" y="344424"/>
                  </a:lnTo>
                  <a:lnTo>
                    <a:pt x="0" y="6896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97076" y="4824476"/>
            <a:ext cx="260159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1400">
              <a:latin typeface="Arial"/>
              <a:cs typeface="Arial"/>
            </a:endParaRPr>
          </a:p>
          <a:p>
            <a:pPr marL="125730" marR="5080" indent="-113030">
              <a:lnSpc>
                <a:spcPct val="86200"/>
              </a:lnSpc>
              <a:spcBef>
                <a:spcPts val="157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Prototype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limitations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include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in-	</a:t>
            </a:r>
            <a:r>
              <a:rPr sz="1400" dirty="0">
                <a:latin typeface="Arial MT"/>
                <a:cs typeface="Arial MT"/>
              </a:rPr>
              <a:t>memory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</a:t>
            </a:r>
            <a:r>
              <a:rPr sz="1400" spc="-10" dirty="0">
                <a:latin typeface="Arial MT"/>
                <a:cs typeface="Arial MT"/>
              </a:rPr>
              <a:t> real-</a:t>
            </a:r>
            <a:r>
              <a:rPr sz="1400" spc="-20" dirty="0">
                <a:latin typeface="Arial MT"/>
                <a:cs typeface="Arial MT"/>
              </a:rPr>
              <a:t>time 	</a:t>
            </a:r>
            <a:r>
              <a:rPr sz="1400" dirty="0">
                <a:latin typeface="Arial MT"/>
                <a:cs typeface="Arial MT"/>
              </a:rPr>
              <a:t>communication,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basic 	</a:t>
            </a:r>
            <a:r>
              <a:rPr sz="1400" dirty="0">
                <a:latin typeface="Arial MT"/>
                <a:cs typeface="Arial MT"/>
              </a:rPr>
              <a:t>authentication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mechanisms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578222" y="1802383"/>
          <a:ext cx="6858634" cy="439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/>
                <a:gridCol w="1501775"/>
                <a:gridCol w="4280534"/>
              </a:tblGrid>
              <a:tr h="15176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Requirement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Type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Requirement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Registration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accounts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securely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Management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remove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enrolled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courses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personalised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discovery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Discovery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display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selected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courses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Creation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 with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defined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Joining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join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checks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such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maximum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capacity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Messaging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communicate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chat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interface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Performance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respond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acceptable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under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normal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load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Scalability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support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future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databases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users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Security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protected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protocols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Usability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simple,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intuitive,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 easy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navigate for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users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Reliability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operate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consistently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crashes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during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standard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operations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stored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memory,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not persisted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across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sessions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implemented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advanced security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mechanisms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like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JWT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Messaging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lacks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WebSocket-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implementation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10" y="793811"/>
            <a:ext cx="9102148" cy="55743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Reflection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Improvements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94485" y="1835023"/>
            <a:ext cx="1702435" cy="2424430"/>
            <a:chOff x="1594485" y="1835023"/>
            <a:chExt cx="1702435" cy="2424430"/>
          </a:xfrm>
        </p:grpSpPr>
        <p:sp>
          <p:nvSpPr>
            <p:cNvPr id="5" name="object 5"/>
            <p:cNvSpPr/>
            <p:nvPr/>
          </p:nvSpPr>
          <p:spPr>
            <a:xfrm>
              <a:off x="1604010" y="1844548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841629" y="841755"/>
                  </a:lnTo>
                  <a:lnTo>
                    <a:pt x="0" y="0"/>
                  </a:lnTo>
                  <a:lnTo>
                    <a:pt x="0" y="1563242"/>
                  </a:lnTo>
                  <a:lnTo>
                    <a:pt x="841629" y="2404999"/>
                  </a:lnTo>
                  <a:lnTo>
                    <a:pt x="1683385" y="1563242"/>
                  </a:lnTo>
                  <a:lnTo>
                    <a:pt x="16833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4010" y="1844548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1683385" y="1563242"/>
                  </a:lnTo>
                  <a:lnTo>
                    <a:pt x="841629" y="2404999"/>
                  </a:lnTo>
                  <a:lnTo>
                    <a:pt x="0" y="1563242"/>
                  </a:lnTo>
                  <a:lnTo>
                    <a:pt x="0" y="0"/>
                  </a:lnTo>
                  <a:lnTo>
                    <a:pt x="841629" y="841755"/>
                  </a:lnTo>
                  <a:lnTo>
                    <a:pt x="1683385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8789" y="2661666"/>
            <a:ext cx="1393190" cy="7321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ctr">
              <a:lnSpc>
                <a:spcPct val="86200"/>
              </a:lnSpc>
              <a:spcBef>
                <a:spcPts val="385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Reflection</a:t>
            </a:r>
            <a:r>
              <a:rPr sz="17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Development Phase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87395" y="1844548"/>
            <a:ext cx="7745730" cy="1563370"/>
          </a:xfrm>
          <a:custGeom>
            <a:avLst/>
            <a:gdLst/>
            <a:ahLst/>
            <a:cxnLst/>
            <a:rect l="l" t="t" r="r" b="b"/>
            <a:pathLst>
              <a:path w="7745730" h="1563370">
                <a:moveTo>
                  <a:pt x="7745349" y="260603"/>
                </a:moveTo>
                <a:lnTo>
                  <a:pt x="7745349" y="1302765"/>
                </a:lnTo>
                <a:lnTo>
                  <a:pt x="7741153" y="1349595"/>
                </a:lnTo>
                <a:lnTo>
                  <a:pt x="7729056" y="1393668"/>
                </a:lnTo>
                <a:lnTo>
                  <a:pt x="7709793" y="1434248"/>
                </a:lnTo>
                <a:lnTo>
                  <a:pt x="7684099" y="1470601"/>
                </a:lnTo>
                <a:lnTo>
                  <a:pt x="7652707" y="1501993"/>
                </a:lnTo>
                <a:lnTo>
                  <a:pt x="7616354" y="1527687"/>
                </a:lnTo>
                <a:lnTo>
                  <a:pt x="7575774" y="1546950"/>
                </a:lnTo>
                <a:lnTo>
                  <a:pt x="7531701" y="1559047"/>
                </a:lnTo>
                <a:lnTo>
                  <a:pt x="7484872" y="1563242"/>
                </a:lnTo>
                <a:lnTo>
                  <a:pt x="0" y="1563242"/>
                </a:lnTo>
                <a:lnTo>
                  <a:pt x="0" y="0"/>
                </a:lnTo>
                <a:lnTo>
                  <a:pt x="7484872" y="0"/>
                </a:lnTo>
                <a:lnTo>
                  <a:pt x="7531701" y="4199"/>
                </a:lnTo>
                <a:lnTo>
                  <a:pt x="7575774" y="16308"/>
                </a:lnTo>
                <a:lnTo>
                  <a:pt x="7616354" y="35588"/>
                </a:lnTo>
                <a:lnTo>
                  <a:pt x="7652707" y="61302"/>
                </a:lnTo>
                <a:lnTo>
                  <a:pt x="7684099" y="92715"/>
                </a:lnTo>
                <a:lnTo>
                  <a:pt x="7709793" y="129088"/>
                </a:lnTo>
                <a:lnTo>
                  <a:pt x="7729056" y="169685"/>
                </a:lnTo>
                <a:lnTo>
                  <a:pt x="7741153" y="213769"/>
                </a:lnTo>
                <a:lnTo>
                  <a:pt x="7745349" y="260603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37784" y="2040382"/>
            <a:ext cx="4085590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334010" algn="l"/>
              </a:tabLst>
            </a:pPr>
            <a:r>
              <a:rPr sz="1800" dirty="0">
                <a:latin typeface="Arial MT"/>
                <a:cs typeface="Arial MT"/>
              </a:rPr>
              <a:t>Project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goals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successfully</a:t>
            </a:r>
            <a:endParaRPr sz="18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Arial MT"/>
                <a:cs typeface="Arial MT"/>
              </a:rPr>
              <a:t>Core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tested</a:t>
            </a:r>
            <a:endParaRPr sz="1800">
              <a:latin typeface="Arial MT"/>
              <a:cs typeface="Arial MT"/>
            </a:endParaRPr>
          </a:p>
          <a:p>
            <a:pPr marL="381000" lvl="1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381000" algn="l"/>
              </a:tabLst>
            </a:pPr>
            <a:r>
              <a:rPr sz="1800" dirty="0">
                <a:latin typeface="Arial MT"/>
                <a:cs typeface="Arial MT"/>
              </a:rPr>
              <a:t>REST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architecture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reliably</a:t>
            </a:r>
            <a:endParaRPr sz="1800">
              <a:latin typeface="Arial MT"/>
              <a:cs typeface="Arial MT"/>
            </a:endParaRPr>
          </a:p>
          <a:p>
            <a:pPr marL="655320" lvl="2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655320" algn="l"/>
              </a:tabLst>
            </a:pPr>
            <a:r>
              <a:rPr sz="1800" dirty="0">
                <a:latin typeface="Arial MT"/>
                <a:cs typeface="Arial MT"/>
              </a:rPr>
              <a:t>UI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responsive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interactive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94485" y="3955541"/>
            <a:ext cx="1702435" cy="2424430"/>
            <a:chOff x="1594485" y="3955541"/>
            <a:chExt cx="1702435" cy="2424430"/>
          </a:xfrm>
        </p:grpSpPr>
        <p:sp>
          <p:nvSpPr>
            <p:cNvPr id="11" name="object 11"/>
            <p:cNvSpPr/>
            <p:nvPr/>
          </p:nvSpPr>
          <p:spPr>
            <a:xfrm>
              <a:off x="1604010" y="3965066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841629" y="841628"/>
                  </a:lnTo>
                  <a:lnTo>
                    <a:pt x="0" y="0"/>
                  </a:lnTo>
                  <a:lnTo>
                    <a:pt x="0" y="1563242"/>
                  </a:lnTo>
                  <a:lnTo>
                    <a:pt x="841629" y="2404935"/>
                  </a:lnTo>
                  <a:lnTo>
                    <a:pt x="1683385" y="1563242"/>
                  </a:lnTo>
                  <a:lnTo>
                    <a:pt x="16833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4010" y="3965066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1683385" y="1563242"/>
                  </a:lnTo>
                  <a:lnTo>
                    <a:pt x="841629" y="2404935"/>
                  </a:lnTo>
                  <a:lnTo>
                    <a:pt x="0" y="1563242"/>
                  </a:lnTo>
                  <a:lnTo>
                    <a:pt x="0" y="0"/>
                  </a:lnTo>
                  <a:lnTo>
                    <a:pt x="841629" y="841628"/>
                  </a:lnTo>
                  <a:lnTo>
                    <a:pt x="1683385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4405" y="4894326"/>
            <a:ext cx="1442720" cy="508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31750">
              <a:lnSpc>
                <a:spcPts val="1750"/>
              </a:lnSpc>
              <a:spcBef>
                <a:spcPts val="400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Improvement Opportunities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87395" y="3965066"/>
            <a:ext cx="7745730" cy="1563370"/>
          </a:xfrm>
          <a:custGeom>
            <a:avLst/>
            <a:gdLst/>
            <a:ahLst/>
            <a:cxnLst/>
            <a:rect l="l" t="t" r="r" b="b"/>
            <a:pathLst>
              <a:path w="7745730" h="1563370">
                <a:moveTo>
                  <a:pt x="7745349" y="260476"/>
                </a:moveTo>
                <a:lnTo>
                  <a:pt x="7745349" y="1302638"/>
                </a:lnTo>
                <a:lnTo>
                  <a:pt x="7741153" y="1349473"/>
                </a:lnTo>
                <a:lnTo>
                  <a:pt x="7729056" y="1393557"/>
                </a:lnTo>
                <a:lnTo>
                  <a:pt x="7709793" y="1434154"/>
                </a:lnTo>
                <a:lnTo>
                  <a:pt x="7684099" y="1470527"/>
                </a:lnTo>
                <a:lnTo>
                  <a:pt x="7652707" y="1501940"/>
                </a:lnTo>
                <a:lnTo>
                  <a:pt x="7616354" y="1527654"/>
                </a:lnTo>
                <a:lnTo>
                  <a:pt x="7575774" y="1546934"/>
                </a:lnTo>
                <a:lnTo>
                  <a:pt x="7531701" y="1559043"/>
                </a:lnTo>
                <a:lnTo>
                  <a:pt x="7484872" y="1563242"/>
                </a:lnTo>
                <a:lnTo>
                  <a:pt x="0" y="1563242"/>
                </a:lnTo>
                <a:lnTo>
                  <a:pt x="0" y="0"/>
                </a:lnTo>
                <a:lnTo>
                  <a:pt x="7484872" y="0"/>
                </a:lnTo>
                <a:lnTo>
                  <a:pt x="7531701" y="4195"/>
                </a:lnTo>
                <a:lnTo>
                  <a:pt x="7575774" y="16292"/>
                </a:lnTo>
                <a:lnTo>
                  <a:pt x="7616354" y="35555"/>
                </a:lnTo>
                <a:lnTo>
                  <a:pt x="7652707" y="61249"/>
                </a:lnTo>
                <a:lnTo>
                  <a:pt x="7684099" y="92641"/>
                </a:lnTo>
                <a:lnTo>
                  <a:pt x="7709793" y="128994"/>
                </a:lnTo>
                <a:lnTo>
                  <a:pt x="7729056" y="169574"/>
                </a:lnTo>
                <a:lnTo>
                  <a:pt x="7741153" y="213647"/>
                </a:lnTo>
                <a:lnTo>
                  <a:pt x="7745349" y="260476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71898" y="4023105"/>
            <a:ext cx="5819140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0495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1420495" algn="l"/>
              </a:tabLst>
            </a:pPr>
            <a:r>
              <a:rPr sz="1800" dirty="0">
                <a:latin typeface="Arial MT"/>
                <a:cs typeface="Arial MT"/>
              </a:rPr>
              <a:t>MongoDB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integration</a:t>
            </a:r>
            <a:endParaRPr sz="18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25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WebSockets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(NANDAMURU,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2025)</a:t>
            </a:r>
            <a:endParaRPr sz="1800">
              <a:latin typeface="Arial MT"/>
              <a:cs typeface="Arial MT"/>
            </a:endParaRPr>
          </a:p>
          <a:p>
            <a:pPr marL="1766570" lvl="1" indent="-172085">
              <a:lnSpc>
                <a:spcPct val="100000"/>
              </a:lnSpc>
              <a:spcBef>
                <a:spcPts val="10"/>
              </a:spcBef>
              <a:buChar char="•"/>
              <a:tabLst>
                <a:tab pos="1766570" algn="l"/>
              </a:tabLst>
            </a:pPr>
            <a:r>
              <a:rPr sz="1800" dirty="0">
                <a:latin typeface="Arial MT"/>
                <a:cs typeface="Arial MT"/>
              </a:rPr>
              <a:t>Authentication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JWT</a:t>
            </a:r>
            <a:endParaRPr sz="1800">
              <a:latin typeface="Arial MT"/>
              <a:cs typeface="Arial MT"/>
            </a:endParaRPr>
          </a:p>
          <a:p>
            <a:pPr marL="1501140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1501140" algn="l"/>
              </a:tabLst>
            </a:pP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upload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group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cards</a:t>
            </a:r>
            <a:endParaRPr sz="1800">
              <a:latin typeface="Arial MT"/>
              <a:cs typeface="Arial MT"/>
            </a:endParaRPr>
          </a:p>
          <a:p>
            <a:pPr marL="1603375" lvl="1" indent="-172085">
              <a:lnSpc>
                <a:spcPct val="100000"/>
              </a:lnSpc>
              <a:spcBef>
                <a:spcPts val="10"/>
              </a:spcBef>
              <a:buChar char="•"/>
              <a:tabLst>
                <a:tab pos="1603375" algn="l"/>
              </a:tabLst>
            </a:pPr>
            <a:r>
              <a:rPr sz="1800" dirty="0">
                <a:latin typeface="Arial MT"/>
                <a:cs typeface="Arial MT"/>
              </a:rPr>
              <a:t>Deployment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cloud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349" y="793811"/>
            <a:ext cx="2987045" cy="4569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01164"/>
            <a:ext cx="10360660" cy="414210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69900" marR="5715" indent="-457834" algn="just">
              <a:lnSpc>
                <a:spcPct val="95100"/>
              </a:lnSpc>
              <a:spcBef>
                <a:spcPts val="220"/>
              </a:spcBef>
            </a:pPr>
            <a:r>
              <a:rPr sz="2000" dirty="0">
                <a:latin typeface="Arial MT"/>
                <a:cs typeface="Arial MT"/>
              </a:rPr>
              <a:t>de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Bie,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A.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Respectfully</a:t>
            </a:r>
            <a:r>
              <a:rPr sz="2000" spc="1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distrusting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‘Students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1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Partners’</a:t>
            </a:r>
            <a:r>
              <a:rPr sz="2000" spc="7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higher </a:t>
            </a:r>
            <a:r>
              <a:rPr sz="2000" dirty="0">
                <a:latin typeface="Arial MT"/>
                <a:cs typeface="Arial MT"/>
              </a:rPr>
              <a:t>education: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Applying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Mad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politics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partnership.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Teaching</a:t>
            </a:r>
            <a:r>
              <a:rPr sz="2000" i="1" spc="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Higher</a:t>
            </a:r>
            <a:r>
              <a:rPr sz="2000" i="1" spc="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Education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27</a:t>
            </a:r>
            <a:r>
              <a:rPr sz="2000" spc="-10" dirty="0">
                <a:latin typeface="Arial MT"/>
                <a:cs typeface="Arial MT"/>
              </a:rPr>
              <a:t>(6), </a:t>
            </a:r>
            <a:r>
              <a:rPr sz="2000" dirty="0">
                <a:latin typeface="Arial MT"/>
                <a:cs typeface="Arial MT"/>
              </a:rPr>
              <a:t>717-</a:t>
            </a:r>
            <a:r>
              <a:rPr sz="2000" spc="-20" dirty="0">
                <a:latin typeface="Arial MT"/>
                <a:cs typeface="Arial MT"/>
              </a:rPr>
              <a:t>737.</a:t>
            </a:r>
            <a:endParaRPr sz="2000">
              <a:latin typeface="Arial MT"/>
              <a:cs typeface="Arial MT"/>
            </a:endParaRPr>
          </a:p>
          <a:p>
            <a:pPr marL="469900" marR="6350" indent="-457834" algn="just">
              <a:lnSpc>
                <a:spcPts val="2280"/>
              </a:lnSpc>
              <a:spcBef>
                <a:spcPts val="1855"/>
              </a:spcBef>
            </a:pPr>
            <a:r>
              <a:rPr sz="2000" dirty="0">
                <a:latin typeface="Arial MT"/>
                <a:cs typeface="Arial MT"/>
              </a:rPr>
              <a:t>Gowda,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P.,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3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Gowda,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A.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N.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(2024).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3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Practices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4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Enhanced </a:t>
            </a:r>
            <a:r>
              <a:rPr sz="2000" dirty="0">
                <a:latin typeface="Arial MT"/>
                <a:cs typeface="Arial MT"/>
              </a:rPr>
              <a:t>Scalability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Security.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Journal</a:t>
            </a:r>
            <a:r>
              <a:rPr sz="2000" i="1" spc="2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2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Artificial</a:t>
            </a:r>
            <a:r>
              <a:rPr sz="2000" i="1" spc="28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Intelligence,</a:t>
            </a:r>
            <a:r>
              <a:rPr sz="2000" i="1" spc="2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Machine</a:t>
            </a:r>
            <a:r>
              <a:rPr sz="2000" i="1" spc="2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Learning</a:t>
            </a:r>
            <a:r>
              <a:rPr sz="2000" i="1" spc="2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28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Data </a:t>
            </a:r>
            <a:r>
              <a:rPr sz="2000" i="1" dirty="0">
                <a:latin typeface="Arial"/>
                <a:cs typeface="Arial"/>
              </a:rPr>
              <a:t>Science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2</a:t>
            </a:r>
            <a:r>
              <a:rPr sz="2000" dirty="0">
                <a:latin typeface="Arial MT"/>
                <a:cs typeface="Arial MT"/>
              </a:rPr>
              <a:t>(1),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827-</a:t>
            </a:r>
            <a:r>
              <a:rPr sz="2000" spc="-20" dirty="0">
                <a:latin typeface="Arial MT"/>
                <a:cs typeface="Arial MT"/>
              </a:rPr>
              <a:t>830.</a:t>
            </a:r>
            <a:endParaRPr sz="2000">
              <a:latin typeface="Arial MT"/>
              <a:cs typeface="Arial MT"/>
            </a:endParaRPr>
          </a:p>
          <a:p>
            <a:pPr marL="469900" marR="6350" indent="-457834" algn="just">
              <a:lnSpc>
                <a:spcPts val="2280"/>
              </a:lnSpc>
              <a:spcBef>
                <a:spcPts val="1805"/>
              </a:spcBef>
            </a:pPr>
            <a:r>
              <a:rPr sz="2000" dirty="0">
                <a:latin typeface="Arial MT"/>
                <a:cs typeface="Arial MT"/>
              </a:rPr>
              <a:t>Herdiyatmoko,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F.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Back-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Jurnal</a:t>
            </a:r>
            <a:r>
              <a:rPr sz="2000" i="1" spc="3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Tekinkom </a:t>
            </a:r>
            <a:r>
              <a:rPr sz="2000" i="1" spc="-25" dirty="0">
                <a:latin typeface="Arial"/>
                <a:cs typeface="Arial"/>
              </a:rPr>
              <a:t>(Teknik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Informasi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dan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Komputer)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5</a:t>
            </a:r>
            <a:r>
              <a:rPr sz="2000" dirty="0">
                <a:latin typeface="Arial MT"/>
                <a:cs typeface="Arial MT"/>
              </a:rPr>
              <a:t>(1),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123-</a:t>
            </a:r>
            <a:r>
              <a:rPr sz="2000" spc="-20" dirty="0">
                <a:latin typeface="Arial MT"/>
                <a:cs typeface="Arial MT"/>
              </a:rPr>
              <a:t>129.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40"/>
              </a:lnSpc>
              <a:spcBef>
                <a:spcPts val="1620"/>
              </a:spcBef>
              <a:tabLst>
                <a:tab pos="2002789" algn="l"/>
                <a:tab pos="2505710" algn="l"/>
                <a:tab pos="2978785" algn="l"/>
                <a:tab pos="4046854" algn="l"/>
                <a:tab pos="4966335" algn="l"/>
                <a:tab pos="5836285" algn="l"/>
                <a:tab pos="6678930" algn="l"/>
                <a:tab pos="7613650" algn="l"/>
                <a:tab pos="9541510" algn="l"/>
              </a:tabLst>
            </a:pPr>
            <a:r>
              <a:rPr sz="2000" spc="-10" dirty="0">
                <a:latin typeface="Arial MT"/>
                <a:cs typeface="Arial MT"/>
              </a:rPr>
              <a:t>NANDAMURU,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P.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(2025).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REAL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WEB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CHAT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APPLICATION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USING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2340"/>
              </a:lnSpc>
            </a:pPr>
            <a:r>
              <a:rPr sz="2000" dirty="0">
                <a:latin typeface="Arial MT"/>
                <a:cs typeface="Arial MT"/>
              </a:rPr>
              <a:t>WEBSOCKETS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DJANGO.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Journal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Nonlinear</a:t>
            </a:r>
            <a:r>
              <a:rPr sz="2000" i="1" spc="-10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Analysis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Optimization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16</a:t>
            </a:r>
            <a:r>
              <a:rPr sz="2000" spc="-10" dirty="0">
                <a:latin typeface="Arial MT"/>
                <a:cs typeface="Arial MT"/>
              </a:rPr>
              <a:t>(1).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dirty="0">
                <a:latin typeface="Arial MT"/>
                <a:cs typeface="Arial MT"/>
              </a:rPr>
              <a:t>Ponuthorai,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P.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K.,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Loeliger,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Version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Control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with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Git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O'Reilly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Media,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Inc.".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986</Words>
  <Application>Microsoft Office PowerPoint</Application>
  <PresentationFormat>Custom</PresentationFormat>
  <Paragraphs>284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Simple Study Group Finder Web Application</vt:lpstr>
      <vt:lpstr>Project Goal &amp; Problem Statement</vt:lpstr>
      <vt:lpstr>System Architecture</vt:lpstr>
      <vt:lpstr>Modules / Building Blocks</vt:lpstr>
      <vt:lpstr>Frontend Design &amp; UI</vt:lpstr>
      <vt:lpstr>Backend Implementation</vt:lpstr>
      <vt:lpstr>Development Phase (Reflection)</vt:lpstr>
      <vt:lpstr>Design Decisions &amp; Rationale</vt:lpstr>
      <vt:lpstr>Testing &amp; Risk Analysis</vt:lpstr>
      <vt:lpstr>Project Risks &amp; Mitigation</vt:lpstr>
      <vt:lpstr>System Requirements Specification</vt:lpstr>
      <vt:lpstr>Reflection &amp; Future Improvements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Study Group Finder Web Application</dc:title>
  <dc:creator>Nida Iqbal</dc:creator>
  <cp:lastModifiedBy>ISHIKA BHUVA</cp:lastModifiedBy>
  <cp:revision>1</cp:revision>
  <dcterms:created xsi:type="dcterms:W3CDTF">2026-05-10T12:34:36Z</dcterms:created>
  <dcterms:modified xsi:type="dcterms:W3CDTF">2026-05-10T12:35:55Z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2026-05-10T00:00:00Z</vt:filetime>
  </property>
  <property fmtid="{D5CDD505-2E9C-101B-9397-08002B2CF9AE}" pid="5" name="Producer">
    <vt:lpwstr>Microsoft® PowerPoint® for Microsoft 365</vt:lpwstr>
  </property>
</Properties>
</file>